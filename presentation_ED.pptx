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7" r:id="rId2"/>
    <p:sldId id="258" r:id="rId3"/>
    <p:sldId id="260" r:id="rId4"/>
    <p:sldId id="259" r:id="rId5"/>
    <p:sldId id="261" r:id="rId6"/>
    <p:sldId id="277" r:id="rId7"/>
    <p:sldId id="276" r:id="rId8"/>
    <p:sldId id="264" r:id="rId9"/>
    <p:sldId id="265" r:id="rId10"/>
    <p:sldId id="266" r:id="rId11"/>
    <p:sldId id="267" r:id="rId12"/>
    <p:sldId id="269" r:id="rId13"/>
    <p:sldId id="270" r:id="rId14"/>
    <p:sldId id="285" r:id="rId15"/>
    <p:sldId id="286" r:id="rId16"/>
    <p:sldId id="281" r:id="rId17"/>
    <p:sldId id="274" r:id="rId18"/>
    <p:sldId id="282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4A9F8-1BAB-4892-A77B-C76253B65474}" v="121" dt="2025-12-08T17:17:13.25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67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e Blandine Feussi Nguemkam" userId="ee461fa2-c493-4781-8263-cbd932e6c27d" providerId="ADAL" clId="{3A8C267B-DBA7-4918-8845-803DF50AD393}"/>
    <pc:docChg chg="undo custSel addSld delSld modSld sldOrd delMainMaster">
      <pc:chgData name="Angele Blandine Feussi Nguemkam" userId="ee461fa2-c493-4781-8263-cbd932e6c27d" providerId="ADAL" clId="{3A8C267B-DBA7-4918-8845-803DF50AD393}" dt="2025-12-08T17:17:13.249" v="1382"/>
      <pc:docMkLst>
        <pc:docMk/>
      </pc:docMkLst>
      <pc:sldChg chg="new del">
        <pc:chgData name="Angele Blandine Feussi Nguemkam" userId="ee461fa2-c493-4781-8263-cbd932e6c27d" providerId="ADAL" clId="{3A8C267B-DBA7-4918-8845-803DF50AD393}" dt="2025-12-07T20:13:01.684" v="7" actId="47"/>
        <pc:sldMkLst>
          <pc:docMk/>
          <pc:sldMk cId="3917003998" sldId="256"/>
        </pc:sldMkLst>
      </pc:sldChg>
      <pc:sldChg chg="modSp add del mod">
        <pc:chgData name="Angele Blandine Feussi Nguemkam" userId="ee461fa2-c493-4781-8263-cbd932e6c27d" providerId="ADAL" clId="{3A8C267B-DBA7-4918-8845-803DF50AD393}" dt="2025-12-08T17:01:37.549" v="1339" actId="113"/>
        <pc:sldMkLst>
          <pc:docMk/>
          <pc:sldMk cId="718565009" sldId="257"/>
        </pc:sldMkLst>
        <pc:spChg chg="mod">
          <ac:chgData name="Angele Blandine Feussi Nguemkam" userId="ee461fa2-c493-4781-8263-cbd932e6c27d" providerId="ADAL" clId="{3A8C267B-DBA7-4918-8845-803DF50AD393}" dt="2025-12-08T17:01:37.549" v="1339" actId="113"/>
          <ac:spMkLst>
            <pc:docMk/>
            <pc:sldMk cId="718565009" sldId="257"/>
            <ac:spMk id="2" creationId="{F64506F9-64F2-2CD0-88B6-8B103B3310C1}"/>
          </ac:spMkLst>
        </pc:spChg>
        <pc:spChg chg="mod">
          <ac:chgData name="Angele Blandine Feussi Nguemkam" userId="ee461fa2-c493-4781-8263-cbd932e6c27d" providerId="ADAL" clId="{3A8C267B-DBA7-4918-8845-803DF50AD393}" dt="2025-12-07T20:14:03.537" v="28" actId="108"/>
          <ac:spMkLst>
            <pc:docMk/>
            <pc:sldMk cId="718565009" sldId="257"/>
            <ac:spMk id="3" creationId="{11F7A7ED-18F5-EF12-6F37-C4148C74B558}"/>
          </ac:spMkLst>
        </pc:spChg>
        <pc:spChg chg="mod">
          <ac:chgData name="Angele Blandine Feussi Nguemkam" userId="ee461fa2-c493-4781-8263-cbd932e6c27d" providerId="ADAL" clId="{3A8C267B-DBA7-4918-8845-803DF50AD393}" dt="2025-12-07T20:16:31.927" v="34" actId="1076"/>
          <ac:spMkLst>
            <pc:docMk/>
            <pc:sldMk cId="718565009" sldId="257"/>
            <ac:spMk id="82" creationId="{F69F600D-24C7-C685-9B13-8339A6D01911}"/>
          </ac:spMkLst>
        </pc:spChg>
      </pc:sldChg>
      <pc:sldChg chg="addSp delSp modSp new mod">
        <pc:chgData name="Angele Blandine Feussi Nguemkam" userId="ee461fa2-c493-4781-8263-cbd932e6c27d" providerId="ADAL" clId="{3A8C267B-DBA7-4918-8845-803DF50AD393}" dt="2025-12-08T17:10:02.075" v="1376" actId="20577"/>
        <pc:sldMkLst>
          <pc:docMk/>
          <pc:sldMk cId="531073238" sldId="258"/>
        </pc:sldMkLst>
        <pc:spChg chg="mod">
          <ac:chgData name="Angele Blandine Feussi Nguemkam" userId="ee461fa2-c493-4781-8263-cbd932e6c27d" providerId="ADAL" clId="{3A8C267B-DBA7-4918-8845-803DF50AD393}" dt="2025-12-07T20:19:25.600" v="56" actId="255"/>
          <ac:spMkLst>
            <pc:docMk/>
            <pc:sldMk cId="531073238" sldId="258"/>
            <ac:spMk id="2" creationId="{7BF23971-1E39-AF9A-64EC-C7CAA917E882}"/>
          </ac:spMkLst>
        </pc:spChg>
        <pc:spChg chg="add del">
          <ac:chgData name="Angele Blandine Feussi Nguemkam" userId="ee461fa2-c493-4781-8263-cbd932e6c27d" providerId="ADAL" clId="{3A8C267B-DBA7-4918-8845-803DF50AD393}" dt="2025-12-07T20:22:22.344" v="61" actId="478"/>
          <ac:spMkLst>
            <pc:docMk/>
            <pc:sldMk cId="531073238" sldId="258"/>
            <ac:spMk id="3" creationId="{F87060D8-5FEA-D3F4-5B25-482A3D952662}"/>
          </ac:spMkLst>
        </pc:spChg>
        <pc:spChg chg="add mod">
          <ac:chgData name="Angele Blandine Feussi Nguemkam" userId="ee461fa2-c493-4781-8263-cbd932e6c27d" providerId="ADAL" clId="{3A8C267B-DBA7-4918-8845-803DF50AD393}" dt="2025-12-08T17:10:02.075" v="1376" actId="20577"/>
          <ac:spMkLst>
            <pc:docMk/>
            <pc:sldMk cId="531073238" sldId="258"/>
            <ac:spMk id="4" creationId="{1202A0A9-65E9-5A31-EEFD-D885E49029C6}"/>
          </ac:spMkLst>
        </pc:spChg>
        <pc:spChg chg="add mod">
          <ac:chgData name="Angele Blandine Feussi Nguemkam" userId="ee461fa2-c493-4781-8263-cbd932e6c27d" providerId="ADAL" clId="{3A8C267B-DBA7-4918-8845-803DF50AD393}" dt="2025-12-07T20:21:40.698" v="58"/>
          <ac:spMkLst>
            <pc:docMk/>
            <pc:sldMk cId="531073238" sldId="258"/>
            <ac:spMk id="4" creationId="{762882E7-B40B-1EBA-D1A2-EF1B73BAF748}"/>
          </ac:spMkLst>
        </pc:spChg>
        <pc:spChg chg="add del mod">
          <ac:chgData name="Angele Blandine Feussi Nguemkam" userId="ee461fa2-c493-4781-8263-cbd932e6c27d" providerId="ADAL" clId="{3A8C267B-DBA7-4918-8845-803DF50AD393}" dt="2025-12-08T16:55:56.268" v="1242" actId="478"/>
          <ac:spMkLst>
            <pc:docMk/>
            <pc:sldMk cId="531073238" sldId="258"/>
            <ac:spMk id="5" creationId="{6424FDAE-C2FC-1840-91B7-A65CE4DCDBEF}"/>
          </ac:spMkLst>
        </pc:spChg>
        <pc:spChg chg="add del mod">
          <ac:chgData name="Angele Blandine Feussi Nguemkam" userId="ee461fa2-c493-4781-8263-cbd932e6c27d" providerId="ADAL" clId="{3A8C267B-DBA7-4918-8845-803DF50AD393}" dt="2025-12-07T20:27:04.608" v="82" actId="478"/>
          <ac:spMkLst>
            <pc:docMk/>
            <pc:sldMk cId="531073238" sldId="258"/>
            <ac:spMk id="6" creationId="{766C3D7A-79B8-4920-809D-381E12760B91}"/>
          </ac:spMkLst>
        </pc:spChg>
        <pc:spChg chg="add del mod">
          <ac:chgData name="Angele Blandine Feussi Nguemkam" userId="ee461fa2-c493-4781-8263-cbd932e6c27d" providerId="ADAL" clId="{3A8C267B-DBA7-4918-8845-803DF50AD393}" dt="2025-12-08T16:55:58.500" v="1243" actId="478"/>
          <ac:spMkLst>
            <pc:docMk/>
            <pc:sldMk cId="531073238" sldId="258"/>
            <ac:spMk id="7" creationId="{D0B181A8-1B9D-F822-0DBE-5A3B4D9E60AD}"/>
          </ac:spMkLst>
        </pc:spChg>
        <pc:spChg chg="add del mod">
          <ac:chgData name="Angele Blandine Feussi Nguemkam" userId="ee461fa2-c493-4781-8263-cbd932e6c27d" providerId="ADAL" clId="{3A8C267B-DBA7-4918-8845-803DF50AD393}" dt="2025-12-08T16:56:01.046" v="1244" actId="478"/>
          <ac:spMkLst>
            <pc:docMk/>
            <pc:sldMk cId="531073238" sldId="258"/>
            <ac:spMk id="8" creationId="{96BB3EB4-8609-5DAB-492A-D8852A2B033F}"/>
          </ac:spMkLst>
        </pc:spChg>
      </pc:sldChg>
      <pc:sldChg chg="addSp modSp new mod setBg">
        <pc:chgData name="Angele Blandine Feussi Nguemkam" userId="ee461fa2-c493-4781-8263-cbd932e6c27d" providerId="ADAL" clId="{3A8C267B-DBA7-4918-8845-803DF50AD393}" dt="2025-12-07T20:46:21.185" v="209" actId="790"/>
        <pc:sldMkLst>
          <pc:docMk/>
          <pc:sldMk cId="3143143293" sldId="259"/>
        </pc:sldMkLst>
        <pc:spChg chg="mod">
          <ac:chgData name="Angele Blandine Feussi Nguemkam" userId="ee461fa2-c493-4781-8263-cbd932e6c27d" providerId="ADAL" clId="{3A8C267B-DBA7-4918-8845-803DF50AD393}" dt="2025-12-07T20:44:44.835" v="200" actId="26606"/>
          <ac:spMkLst>
            <pc:docMk/>
            <pc:sldMk cId="3143143293" sldId="259"/>
            <ac:spMk id="2" creationId="{9CDD823B-CE4E-BAFA-FE8C-485330394E0B}"/>
          </ac:spMkLst>
        </pc:spChg>
        <pc:spChg chg="mod">
          <ac:chgData name="Angele Blandine Feussi Nguemkam" userId="ee461fa2-c493-4781-8263-cbd932e6c27d" providerId="ADAL" clId="{3A8C267B-DBA7-4918-8845-803DF50AD393}" dt="2025-12-07T20:46:21.185" v="209" actId="790"/>
          <ac:spMkLst>
            <pc:docMk/>
            <pc:sldMk cId="3143143293" sldId="259"/>
            <ac:spMk id="3" creationId="{AA8F7F86-121A-2450-4865-5CB3589ED717}"/>
          </ac:spMkLst>
        </pc:spChg>
        <pc:spChg chg="add mod">
          <ac:chgData name="Angele Blandine Feussi Nguemkam" userId="ee461fa2-c493-4781-8263-cbd932e6c27d" providerId="ADAL" clId="{3A8C267B-DBA7-4918-8845-803DF50AD393}" dt="2025-12-07T20:42:10.370" v="190"/>
          <ac:spMkLst>
            <pc:docMk/>
            <pc:sldMk cId="3143143293" sldId="259"/>
            <ac:spMk id="5" creationId="{9D1ED00D-A3A7-38B6-5103-A7B406B6C752}"/>
          </ac:spMkLst>
        </pc:spChg>
        <pc:spChg chg="add">
          <ac:chgData name="Angele Blandine Feussi Nguemkam" userId="ee461fa2-c493-4781-8263-cbd932e6c27d" providerId="ADAL" clId="{3A8C267B-DBA7-4918-8845-803DF50AD393}" dt="2025-12-07T20:44:44.835" v="200" actId="26606"/>
          <ac:spMkLst>
            <pc:docMk/>
            <pc:sldMk cId="3143143293" sldId="259"/>
            <ac:spMk id="13" creationId="{35C3D674-3D59-4E93-80CA-0C0A9095E816}"/>
          </ac:spMkLst>
        </pc:spChg>
        <pc:spChg chg="add">
          <ac:chgData name="Angele Blandine Feussi Nguemkam" userId="ee461fa2-c493-4781-8263-cbd932e6c27d" providerId="ADAL" clId="{3A8C267B-DBA7-4918-8845-803DF50AD393}" dt="2025-12-07T20:44:44.835" v="200" actId="26606"/>
          <ac:spMkLst>
            <pc:docMk/>
            <pc:sldMk cId="3143143293" sldId="259"/>
            <ac:spMk id="17" creationId="{EF2A81E1-BCBE-426B-8C09-33274E69409D}"/>
          </ac:spMkLst>
        </pc:spChg>
        <pc:picChg chg="add mod">
          <ac:chgData name="Angele Blandine Feussi Nguemkam" userId="ee461fa2-c493-4781-8263-cbd932e6c27d" providerId="ADAL" clId="{3A8C267B-DBA7-4918-8845-803DF50AD393}" dt="2025-12-07T20:38:22.404" v="139" actId="14100"/>
          <ac:picMkLst>
            <pc:docMk/>
            <pc:sldMk cId="3143143293" sldId="259"/>
            <ac:picMk id="4" creationId="{49FFBE97-CE44-AD3C-9B17-C3C3F1E2D2C3}"/>
          </ac:picMkLst>
        </pc:picChg>
        <pc:picChg chg="add">
          <ac:chgData name="Angele Blandine Feussi Nguemkam" userId="ee461fa2-c493-4781-8263-cbd932e6c27d" providerId="ADAL" clId="{3A8C267B-DBA7-4918-8845-803DF50AD393}" dt="2025-12-07T20:42:21.201" v="191"/>
          <ac:picMkLst>
            <pc:docMk/>
            <pc:sldMk cId="3143143293" sldId="259"/>
            <ac:picMk id="6" creationId="{3F649906-D913-1854-85E7-7F1C2B32B28B}"/>
          </ac:picMkLst>
        </pc:picChg>
        <pc:picChg chg="add mod">
          <ac:chgData name="Angele Blandine Feussi Nguemkam" userId="ee461fa2-c493-4781-8263-cbd932e6c27d" providerId="ADAL" clId="{3A8C267B-DBA7-4918-8845-803DF50AD393}" dt="2025-12-07T20:44:44.835" v="200" actId="26606"/>
          <ac:picMkLst>
            <pc:docMk/>
            <pc:sldMk cId="3143143293" sldId="259"/>
            <ac:picMk id="8" creationId="{6789B427-AB70-C037-B5BD-7DC76C8217D2}"/>
          </ac:picMkLst>
        </pc:picChg>
        <pc:picChg chg="add">
          <ac:chgData name="Angele Blandine Feussi Nguemkam" userId="ee461fa2-c493-4781-8263-cbd932e6c27d" providerId="ADAL" clId="{3A8C267B-DBA7-4918-8845-803DF50AD393}" dt="2025-12-07T20:44:44.835" v="200" actId="26606"/>
          <ac:picMkLst>
            <pc:docMk/>
            <pc:sldMk cId="3143143293" sldId="259"/>
            <ac:picMk id="19" creationId="{39D1DDD4-5BB3-45BA-B9B3-06B62299AD79}"/>
          </ac:picMkLst>
        </pc:picChg>
        <pc:cxnChg chg="add">
          <ac:chgData name="Angele Blandine Feussi Nguemkam" userId="ee461fa2-c493-4781-8263-cbd932e6c27d" providerId="ADAL" clId="{3A8C267B-DBA7-4918-8845-803DF50AD393}" dt="2025-12-07T20:44:44.835" v="200" actId="26606"/>
          <ac:cxnSpMkLst>
            <pc:docMk/>
            <pc:sldMk cId="3143143293" sldId="259"/>
            <ac:cxnSpMk id="15" creationId="{C884B8F8-FDC9-498B-9960-5D7260AFCB03}"/>
          </ac:cxnSpMkLst>
        </pc:cxnChg>
        <pc:cxnChg chg="add">
          <ac:chgData name="Angele Blandine Feussi Nguemkam" userId="ee461fa2-c493-4781-8263-cbd932e6c27d" providerId="ADAL" clId="{3A8C267B-DBA7-4918-8845-803DF50AD393}" dt="2025-12-07T20:44:44.835" v="200" actId="26606"/>
          <ac:cxnSpMkLst>
            <pc:docMk/>
            <pc:sldMk cId="3143143293" sldId="259"/>
            <ac:cxnSpMk id="21" creationId="{A24DAE64-2302-42EA-8239-F2F0775CA5AD}"/>
          </ac:cxnSpMkLst>
        </pc:cxnChg>
      </pc:sldChg>
      <pc:sldChg chg="addSp delSp modSp add mod">
        <pc:chgData name="Angele Blandine Feussi Nguemkam" userId="ee461fa2-c493-4781-8263-cbd932e6c27d" providerId="ADAL" clId="{3A8C267B-DBA7-4918-8845-803DF50AD393}" dt="2025-12-08T17:09:14.811" v="1370" actId="790"/>
        <pc:sldMkLst>
          <pc:docMk/>
          <pc:sldMk cId="1947958427" sldId="260"/>
        </pc:sldMkLst>
        <pc:spChg chg="mod">
          <ac:chgData name="Angele Blandine Feussi Nguemkam" userId="ee461fa2-c493-4781-8263-cbd932e6c27d" providerId="ADAL" clId="{3A8C267B-DBA7-4918-8845-803DF50AD393}" dt="2025-12-08T14:39:06.769" v="1236"/>
          <ac:spMkLst>
            <pc:docMk/>
            <pc:sldMk cId="1947958427" sldId="260"/>
            <ac:spMk id="2" creationId="{24235CD8-49CC-63B6-D8EC-1BE42CA289B6}"/>
          </ac:spMkLst>
        </pc:spChg>
        <pc:spChg chg="add del mod">
          <ac:chgData name="Angele Blandine Feussi Nguemkam" userId="ee461fa2-c493-4781-8263-cbd932e6c27d" providerId="ADAL" clId="{3A8C267B-DBA7-4918-8845-803DF50AD393}" dt="2025-12-08T17:07:19.997" v="1349" actId="478"/>
          <ac:spMkLst>
            <pc:docMk/>
            <pc:sldMk cId="1947958427" sldId="260"/>
            <ac:spMk id="3" creationId="{AECC882A-B379-E16A-CB16-2D03072251DA}"/>
          </ac:spMkLst>
        </pc:spChg>
        <pc:spChg chg="mod">
          <ac:chgData name="Angele Blandine Feussi Nguemkam" userId="ee461fa2-c493-4781-8263-cbd932e6c27d" providerId="ADAL" clId="{3A8C267B-DBA7-4918-8845-803DF50AD393}" dt="2025-12-08T17:08:39.851" v="1367" actId="20577"/>
          <ac:spMkLst>
            <pc:docMk/>
            <pc:sldMk cId="1947958427" sldId="260"/>
            <ac:spMk id="5" creationId="{84A150B3-B26A-52DD-7EB2-C122AC261957}"/>
          </ac:spMkLst>
        </pc:spChg>
        <pc:spChg chg="mod">
          <ac:chgData name="Angele Blandine Feussi Nguemkam" userId="ee461fa2-c493-4781-8263-cbd932e6c27d" providerId="ADAL" clId="{3A8C267B-DBA7-4918-8845-803DF50AD393}" dt="2025-12-08T17:09:14.811" v="1370" actId="790"/>
          <ac:spMkLst>
            <pc:docMk/>
            <pc:sldMk cId="1947958427" sldId="260"/>
            <ac:spMk id="7" creationId="{BED445A7-F54B-1EC8-BBBB-E6E9F4824F0C}"/>
          </ac:spMkLst>
        </pc:spChg>
        <pc:spChg chg="mod">
          <ac:chgData name="Angele Blandine Feussi Nguemkam" userId="ee461fa2-c493-4781-8263-cbd932e6c27d" providerId="ADAL" clId="{3A8C267B-DBA7-4918-8845-803DF50AD393}" dt="2025-12-08T17:09:01.810" v="1368" actId="1076"/>
          <ac:spMkLst>
            <pc:docMk/>
            <pc:sldMk cId="1947958427" sldId="260"/>
            <ac:spMk id="8" creationId="{2248E8AD-A212-45DC-6032-71C71DD38ADE}"/>
          </ac:spMkLst>
        </pc:spChg>
      </pc:sldChg>
      <pc:sldChg chg="addSp delSp modSp new mod">
        <pc:chgData name="Angele Blandine Feussi Nguemkam" userId="ee461fa2-c493-4781-8263-cbd932e6c27d" providerId="ADAL" clId="{3A8C267B-DBA7-4918-8845-803DF50AD393}" dt="2025-12-07T21:06:40.587" v="310" actId="14100"/>
        <pc:sldMkLst>
          <pc:docMk/>
          <pc:sldMk cId="3036611279" sldId="261"/>
        </pc:sldMkLst>
        <pc:spChg chg="mod">
          <ac:chgData name="Angele Blandine Feussi Nguemkam" userId="ee461fa2-c493-4781-8263-cbd932e6c27d" providerId="ADAL" clId="{3A8C267B-DBA7-4918-8845-803DF50AD393}" dt="2025-12-07T20:47:16.137" v="211" actId="27636"/>
          <ac:spMkLst>
            <pc:docMk/>
            <pc:sldMk cId="3036611279" sldId="261"/>
            <ac:spMk id="2" creationId="{B0EC1EE1-7877-4205-4891-9A25AAB766FF}"/>
          </ac:spMkLst>
        </pc:spChg>
        <pc:spChg chg="del mod">
          <ac:chgData name="Angele Blandine Feussi Nguemkam" userId="ee461fa2-c493-4781-8263-cbd932e6c27d" providerId="ADAL" clId="{3A8C267B-DBA7-4918-8845-803DF50AD393}" dt="2025-12-07T20:50:53.464" v="213" actId="22"/>
          <ac:spMkLst>
            <pc:docMk/>
            <pc:sldMk cId="3036611279" sldId="261"/>
            <ac:spMk id="3" creationId="{D732B45F-B1BA-22F7-AEB1-F2DD7B46620C}"/>
          </ac:spMkLst>
        </pc:spChg>
        <pc:spChg chg="add del mod">
          <ac:chgData name="Angele Blandine Feussi Nguemkam" userId="ee461fa2-c493-4781-8263-cbd932e6c27d" providerId="ADAL" clId="{3A8C267B-DBA7-4918-8845-803DF50AD393}" dt="2025-12-07T20:51:31.713" v="220"/>
          <ac:spMkLst>
            <pc:docMk/>
            <pc:sldMk cId="3036611279" sldId="261"/>
            <ac:spMk id="7" creationId="{F55E4846-7778-A386-66FC-C49F95ACC7E8}"/>
          </ac:spMkLst>
        </pc:spChg>
        <pc:spChg chg="add del mod">
          <ac:chgData name="Angele Blandine Feussi Nguemkam" userId="ee461fa2-c493-4781-8263-cbd932e6c27d" providerId="ADAL" clId="{3A8C267B-DBA7-4918-8845-803DF50AD393}" dt="2025-12-07T20:55:42.326" v="242" actId="478"/>
          <ac:spMkLst>
            <pc:docMk/>
            <pc:sldMk cId="3036611279" sldId="261"/>
            <ac:spMk id="10" creationId="{137EEC4C-0482-F751-A166-21CB16E434A1}"/>
          </ac:spMkLst>
        </pc:spChg>
        <pc:spChg chg="add mod">
          <ac:chgData name="Angele Blandine Feussi Nguemkam" userId="ee461fa2-c493-4781-8263-cbd932e6c27d" providerId="ADAL" clId="{3A8C267B-DBA7-4918-8845-803DF50AD393}" dt="2025-12-07T21:01:04.244" v="289" actId="14100"/>
          <ac:spMkLst>
            <pc:docMk/>
            <pc:sldMk cId="3036611279" sldId="261"/>
            <ac:spMk id="11" creationId="{4E528701-931C-D5AA-5D33-3E4B82454371}"/>
          </ac:spMkLst>
        </pc:spChg>
        <pc:spChg chg="add mod">
          <ac:chgData name="Angele Blandine Feussi Nguemkam" userId="ee461fa2-c493-4781-8263-cbd932e6c27d" providerId="ADAL" clId="{3A8C267B-DBA7-4918-8845-803DF50AD393}" dt="2025-12-07T21:00:52.252" v="287" actId="20577"/>
          <ac:spMkLst>
            <pc:docMk/>
            <pc:sldMk cId="3036611279" sldId="261"/>
            <ac:spMk id="12" creationId="{43ACCB3A-F74F-72D6-E48B-DE822606592D}"/>
          </ac:spMkLst>
        </pc:spChg>
        <pc:spChg chg="add mod">
          <ac:chgData name="Angele Blandine Feussi Nguemkam" userId="ee461fa2-c493-4781-8263-cbd932e6c27d" providerId="ADAL" clId="{3A8C267B-DBA7-4918-8845-803DF50AD393}" dt="2025-12-07T21:06:40.587" v="310" actId="14100"/>
          <ac:spMkLst>
            <pc:docMk/>
            <pc:sldMk cId="3036611279" sldId="261"/>
            <ac:spMk id="13" creationId="{F7EDDD75-1C50-3004-1B36-736C0AF21043}"/>
          </ac:spMkLst>
        </pc:spChg>
        <pc:graphicFrameChg chg="add del mod modGraphic">
          <ac:chgData name="Angele Blandine Feussi Nguemkam" userId="ee461fa2-c493-4781-8263-cbd932e6c27d" providerId="ADAL" clId="{3A8C267B-DBA7-4918-8845-803DF50AD393}" dt="2025-12-07T20:58:27.157" v="264" actId="20577"/>
          <ac:graphicFrameMkLst>
            <pc:docMk/>
            <pc:sldMk cId="3036611279" sldId="261"/>
            <ac:graphicFrameMk id="8" creationId="{F32914FF-E1D7-A0C9-2941-30CB1E3C026F}"/>
          </ac:graphicFrameMkLst>
        </pc:graphicFrameChg>
        <pc:picChg chg="add del mod ord">
          <ac:chgData name="Angele Blandine Feussi Nguemkam" userId="ee461fa2-c493-4781-8263-cbd932e6c27d" providerId="ADAL" clId="{3A8C267B-DBA7-4918-8845-803DF50AD393}" dt="2025-12-07T20:51:26.969" v="218" actId="478"/>
          <ac:picMkLst>
            <pc:docMk/>
            <pc:sldMk cId="3036611279" sldId="261"/>
            <ac:picMk id="5" creationId="{F95D3176-A46A-D46B-5D35-2AE4A3F4E4C6}"/>
          </ac:picMkLst>
        </pc:picChg>
      </pc:sldChg>
      <pc:sldChg chg="addSp delSp modSp new del mod">
        <pc:chgData name="Angele Blandine Feussi Nguemkam" userId="ee461fa2-c493-4781-8263-cbd932e6c27d" providerId="ADAL" clId="{3A8C267B-DBA7-4918-8845-803DF50AD393}" dt="2025-12-08T02:31:13.311" v="997" actId="47"/>
        <pc:sldMkLst>
          <pc:docMk/>
          <pc:sldMk cId="3649054425" sldId="262"/>
        </pc:sldMkLst>
        <pc:spChg chg="mod">
          <ac:chgData name="Angele Blandine Feussi Nguemkam" userId="ee461fa2-c493-4781-8263-cbd932e6c27d" providerId="ADAL" clId="{3A8C267B-DBA7-4918-8845-803DF50AD393}" dt="2025-12-07T21:04:40.849" v="296" actId="20577"/>
          <ac:spMkLst>
            <pc:docMk/>
            <pc:sldMk cId="3649054425" sldId="262"/>
            <ac:spMk id="2" creationId="{D343B3C3-ED4C-4FA5-0723-2809FC87A1F4}"/>
          </ac:spMkLst>
        </pc:spChg>
        <pc:spChg chg="del mod">
          <ac:chgData name="Angele Blandine Feussi Nguemkam" userId="ee461fa2-c493-4781-8263-cbd932e6c27d" providerId="ADAL" clId="{3A8C267B-DBA7-4918-8845-803DF50AD393}" dt="2025-12-07T21:14:39.622" v="312" actId="22"/>
          <ac:spMkLst>
            <pc:docMk/>
            <pc:sldMk cId="3649054425" sldId="262"/>
            <ac:spMk id="3" creationId="{C476601A-28D1-6593-D38A-21A36139AB6D}"/>
          </ac:spMkLst>
        </pc:spChg>
        <pc:spChg chg="add del mod">
          <ac:chgData name="Angele Blandine Feussi Nguemkam" userId="ee461fa2-c493-4781-8263-cbd932e6c27d" providerId="ADAL" clId="{3A8C267B-DBA7-4918-8845-803DF50AD393}" dt="2025-12-07T21:16:38.541" v="319" actId="22"/>
          <ac:spMkLst>
            <pc:docMk/>
            <pc:sldMk cId="3649054425" sldId="262"/>
            <ac:spMk id="7" creationId="{D3FAE67B-B051-554F-2D9D-DE3F84431F09}"/>
          </ac:spMkLst>
        </pc:spChg>
        <pc:spChg chg="add del mod">
          <ac:chgData name="Angele Blandine Feussi Nguemkam" userId="ee461fa2-c493-4781-8263-cbd932e6c27d" providerId="ADAL" clId="{3A8C267B-DBA7-4918-8845-803DF50AD393}" dt="2025-12-07T21:27:29.442" v="375" actId="478"/>
          <ac:spMkLst>
            <pc:docMk/>
            <pc:sldMk cId="3649054425" sldId="262"/>
            <ac:spMk id="12" creationId="{DCE99C09-C258-F233-5AC3-5C49D1DC1AE3}"/>
          </ac:spMkLst>
        </pc:spChg>
        <pc:spChg chg="add del mod">
          <ac:chgData name="Angele Blandine Feussi Nguemkam" userId="ee461fa2-c493-4781-8263-cbd932e6c27d" providerId="ADAL" clId="{3A8C267B-DBA7-4918-8845-803DF50AD393}" dt="2025-12-07T21:27:36.708" v="376" actId="478"/>
          <ac:spMkLst>
            <pc:docMk/>
            <pc:sldMk cId="3649054425" sldId="262"/>
            <ac:spMk id="13" creationId="{8A7F971D-0CE5-73A2-29EF-145892564860}"/>
          </ac:spMkLst>
        </pc:spChg>
        <pc:spChg chg="add mod">
          <ac:chgData name="Angele Blandine Feussi Nguemkam" userId="ee461fa2-c493-4781-8263-cbd932e6c27d" providerId="ADAL" clId="{3A8C267B-DBA7-4918-8845-803DF50AD393}" dt="2025-12-07T21:31:36.619" v="494" actId="1076"/>
          <ac:spMkLst>
            <pc:docMk/>
            <pc:sldMk cId="3649054425" sldId="262"/>
            <ac:spMk id="15" creationId="{4D1DA982-3513-43F5-DE86-67213AAC65E3}"/>
          </ac:spMkLst>
        </pc:spChg>
        <pc:spChg chg="add del mod">
          <ac:chgData name="Angele Blandine Feussi Nguemkam" userId="ee461fa2-c493-4781-8263-cbd932e6c27d" providerId="ADAL" clId="{3A8C267B-DBA7-4918-8845-803DF50AD393}" dt="2025-12-07T21:27:54.532" v="380" actId="478"/>
          <ac:spMkLst>
            <pc:docMk/>
            <pc:sldMk cId="3649054425" sldId="262"/>
            <ac:spMk id="17" creationId="{FCCE4365-D5A4-9E8A-1299-ECC94F82EE3F}"/>
          </ac:spMkLst>
        </pc:spChg>
        <pc:spChg chg="add mod">
          <ac:chgData name="Angele Blandine Feussi Nguemkam" userId="ee461fa2-c493-4781-8263-cbd932e6c27d" providerId="ADAL" clId="{3A8C267B-DBA7-4918-8845-803DF50AD393}" dt="2025-12-08T00:30:07.160" v="512" actId="14100"/>
          <ac:spMkLst>
            <pc:docMk/>
            <pc:sldMk cId="3649054425" sldId="262"/>
            <ac:spMk id="18" creationId="{2BF1D6DF-367C-0A8F-4AE0-A7670ABB521C}"/>
          </ac:spMkLst>
        </pc:spChg>
        <pc:spChg chg="add mod">
          <ac:chgData name="Angele Blandine Feussi Nguemkam" userId="ee461fa2-c493-4781-8263-cbd932e6c27d" providerId="ADAL" clId="{3A8C267B-DBA7-4918-8845-803DF50AD393}" dt="2025-12-07T21:31:29.874" v="492" actId="2711"/>
          <ac:spMkLst>
            <pc:docMk/>
            <pc:sldMk cId="3649054425" sldId="262"/>
            <ac:spMk id="20" creationId="{AF16AEDE-5DFE-764F-5665-D3A4B8B6E37C}"/>
          </ac:spMkLst>
        </pc:spChg>
        <pc:picChg chg="add del mod ord">
          <ac:chgData name="Angele Blandine Feussi Nguemkam" userId="ee461fa2-c493-4781-8263-cbd932e6c27d" providerId="ADAL" clId="{3A8C267B-DBA7-4918-8845-803DF50AD393}" dt="2025-12-07T21:16:36.024" v="317" actId="478"/>
          <ac:picMkLst>
            <pc:docMk/>
            <pc:sldMk cId="3649054425" sldId="262"/>
            <ac:picMk id="5" creationId="{D2D52D0B-76ED-C858-157B-1B7D319ACC50}"/>
          </ac:picMkLst>
        </pc:picChg>
        <pc:picChg chg="add mod ord">
          <ac:chgData name="Angele Blandine Feussi Nguemkam" userId="ee461fa2-c493-4781-8263-cbd932e6c27d" providerId="ADAL" clId="{3A8C267B-DBA7-4918-8845-803DF50AD393}" dt="2025-12-07T21:27:05.832" v="372" actId="1076"/>
          <ac:picMkLst>
            <pc:docMk/>
            <pc:sldMk cId="3649054425" sldId="262"/>
            <ac:picMk id="9" creationId="{42A5D2A7-659D-FEAD-CF76-8A006F35CDC0}"/>
          </ac:picMkLst>
        </pc:picChg>
        <pc:picChg chg="add del mod">
          <ac:chgData name="Angele Blandine Feussi Nguemkam" userId="ee461fa2-c493-4781-8263-cbd932e6c27d" providerId="ADAL" clId="{3A8C267B-DBA7-4918-8845-803DF50AD393}" dt="2025-12-07T21:27:25.356" v="374" actId="478"/>
          <ac:picMkLst>
            <pc:docMk/>
            <pc:sldMk cId="3649054425" sldId="262"/>
            <ac:picMk id="11" creationId="{234A2FCA-8068-CA16-097C-F38025170831}"/>
          </ac:picMkLst>
        </pc:picChg>
      </pc:sldChg>
      <pc:sldChg chg="addSp delSp modSp add del mod">
        <pc:chgData name="Angele Blandine Feussi Nguemkam" userId="ee461fa2-c493-4781-8263-cbd932e6c27d" providerId="ADAL" clId="{3A8C267B-DBA7-4918-8845-803DF50AD393}" dt="2025-12-08T02:31:24.720" v="998" actId="47"/>
        <pc:sldMkLst>
          <pc:docMk/>
          <pc:sldMk cId="3036776549" sldId="263"/>
        </pc:sldMkLst>
        <pc:spChg chg="add del mod">
          <ac:chgData name="Angele Blandine Feussi Nguemkam" userId="ee461fa2-c493-4781-8263-cbd932e6c27d" providerId="ADAL" clId="{3A8C267B-DBA7-4918-8845-803DF50AD393}" dt="2025-12-08T00:30:04.828" v="511" actId="478"/>
          <ac:spMkLst>
            <pc:docMk/>
            <pc:sldMk cId="3036776549" sldId="263"/>
            <ac:spMk id="4" creationId="{C968D366-B11E-67EF-861B-6D6E5A1918EE}"/>
          </ac:spMkLst>
        </pc:spChg>
        <pc:spChg chg="del">
          <ac:chgData name="Angele Blandine Feussi Nguemkam" userId="ee461fa2-c493-4781-8263-cbd932e6c27d" providerId="ADAL" clId="{3A8C267B-DBA7-4918-8845-803DF50AD393}" dt="2025-12-08T00:30:16.300" v="513" actId="478"/>
          <ac:spMkLst>
            <pc:docMk/>
            <pc:sldMk cId="3036776549" sldId="263"/>
            <ac:spMk id="12" creationId="{350E1F8B-47A2-AB6D-EDC1-6FFEE109EBC7}"/>
          </ac:spMkLst>
        </pc:spChg>
        <pc:spChg chg="del">
          <ac:chgData name="Angele Blandine Feussi Nguemkam" userId="ee461fa2-c493-4781-8263-cbd932e6c27d" providerId="ADAL" clId="{3A8C267B-DBA7-4918-8845-803DF50AD393}" dt="2025-12-08T00:30:25.006" v="514" actId="478"/>
          <ac:spMkLst>
            <pc:docMk/>
            <pc:sldMk cId="3036776549" sldId="263"/>
            <ac:spMk id="13" creationId="{E468D1DD-C513-3681-9CE6-3373769C9673}"/>
          </ac:spMkLst>
        </pc:spChg>
        <pc:spChg chg="add del">
          <ac:chgData name="Angele Blandine Feussi Nguemkam" userId="ee461fa2-c493-4781-8263-cbd932e6c27d" providerId="ADAL" clId="{3A8C267B-DBA7-4918-8845-803DF50AD393}" dt="2025-12-08T00:30:03.698" v="510" actId="478"/>
          <ac:spMkLst>
            <pc:docMk/>
            <pc:sldMk cId="3036776549" sldId="263"/>
            <ac:spMk id="15" creationId="{C49302A2-E40E-206D-2794-8D4237EB105B}"/>
          </ac:spMkLst>
        </pc:spChg>
        <pc:spChg chg="del mod">
          <ac:chgData name="Angele Blandine Feussi Nguemkam" userId="ee461fa2-c493-4781-8263-cbd932e6c27d" providerId="ADAL" clId="{3A8C267B-DBA7-4918-8845-803DF50AD393}" dt="2025-12-07T21:28:01.536" v="381" actId="21"/>
          <ac:spMkLst>
            <pc:docMk/>
            <pc:sldMk cId="3036776549" sldId="263"/>
            <ac:spMk id="17" creationId="{2BF1D6DF-367C-0A8F-4AE0-A7670ABB521C}"/>
          </ac:spMkLst>
        </pc:spChg>
        <pc:picChg chg="add del mod ord">
          <ac:chgData name="Angele Blandine Feussi Nguemkam" userId="ee461fa2-c493-4781-8263-cbd932e6c27d" providerId="ADAL" clId="{3A8C267B-DBA7-4918-8845-803DF50AD393}" dt="2025-12-08T00:29:54.618" v="509" actId="34307"/>
          <ac:picMkLst>
            <pc:docMk/>
            <pc:sldMk cId="3036776549" sldId="263"/>
            <ac:picMk id="5" creationId="{B9B2CA71-50AC-7277-98AD-A748B8C4B70E}"/>
          </ac:picMkLst>
        </pc:picChg>
        <pc:picChg chg="add del">
          <ac:chgData name="Angele Blandine Feussi Nguemkam" userId="ee461fa2-c493-4781-8263-cbd932e6c27d" providerId="ADAL" clId="{3A8C267B-DBA7-4918-8845-803DF50AD393}" dt="2025-12-08T00:30:04.828" v="511" actId="478"/>
          <ac:picMkLst>
            <pc:docMk/>
            <pc:sldMk cId="3036776549" sldId="263"/>
            <ac:picMk id="9" creationId="{C5213C53-3320-C068-2267-AC2720733BF7}"/>
          </ac:picMkLst>
        </pc:picChg>
      </pc:sldChg>
      <pc:sldChg chg="addSp delSp modSp new mod">
        <pc:chgData name="Angele Blandine Feussi Nguemkam" userId="ee461fa2-c493-4781-8263-cbd932e6c27d" providerId="ADAL" clId="{3A8C267B-DBA7-4918-8845-803DF50AD393}" dt="2025-12-08T01:11:40.922" v="544" actId="1076"/>
        <pc:sldMkLst>
          <pc:docMk/>
          <pc:sldMk cId="919205506" sldId="264"/>
        </pc:sldMkLst>
        <pc:spChg chg="mod">
          <ac:chgData name="Angele Blandine Feussi Nguemkam" userId="ee461fa2-c493-4781-8263-cbd932e6c27d" providerId="ADAL" clId="{3A8C267B-DBA7-4918-8845-803DF50AD393}" dt="2025-12-08T01:08:11.098" v="522" actId="27636"/>
          <ac:spMkLst>
            <pc:docMk/>
            <pc:sldMk cId="919205506" sldId="264"/>
            <ac:spMk id="2" creationId="{2DC842C1-E21B-2E14-702B-95D0270F8B99}"/>
          </ac:spMkLst>
        </pc:spChg>
        <pc:spChg chg="del">
          <ac:chgData name="Angele Blandine Feussi Nguemkam" userId="ee461fa2-c493-4781-8263-cbd932e6c27d" providerId="ADAL" clId="{3A8C267B-DBA7-4918-8845-803DF50AD393}" dt="2025-12-08T01:07:14.536" v="516" actId="22"/>
          <ac:spMkLst>
            <pc:docMk/>
            <pc:sldMk cId="919205506" sldId="264"/>
            <ac:spMk id="3" creationId="{5E36142B-CCE8-F157-AFEB-62363B853656}"/>
          </ac:spMkLst>
        </pc:spChg>
        <pc:spChg chg="add mod">
          <ac:chgData name="Angele Blandine Feussi Nguemkam" userId="ee461fa2-c493-4781-8263-cbd932e6c27d" providerId="ADAL" clId="{3A8C267B-DBA7-4918-8845-803DF50AD393}" dt="2025-12-08T01:10:24.795" v="537" actId="1076"/>
          <ac:spMkLst>
            <pc:docMk/>
            <pc:sldMk cId="919205506" sldId="264"/>
            <ac:spMk id="6" creationId="{F381A505-0D0D-DC84-85CC-45141176952E}"/>
          </ac:spMkLst>
        </pc:spChg>
        <pc:spChg chg="add del mod">
          <ac:chgData name="Angele Blandine Feussi Nguemkam" userId="ee461fa2-c493-4781-8263-cbd932e6c27d" providerId="ADAL" clId="{3A8C267B-DBA7-4918-8845-803DF50AD393}" dt="2025-12-08T01:11:33.195" v="540" actId="22"/>
          <ac:spMkLst>
            <pc:docMk/>
            <pc:sldMk cId="919205506" sldId="264"/>
            <ac:spMk id="8" creationId="{1E45CBCA-F5B4-ADAF-7038-487BEF6662B2}"/>
          </ac:spMkLst>
        </pc:spChg>
        <pc:picChg chg="add del mod ord">
          <ac:chgData name="Angele Blandine Feussi Nguemkam" userId="ee461fa2-c493-4781-8263-cbd932e6c27d" providerId="ADAL" clId="{3A8C267B-DBA7-4918-8845-803DF50AD393}" dt="2025-12-08T01:11:29.691" v="538" actId="478"/>
          <ac:picMkLst>
            <pc:docMk/>
            <pc:sldMk cId="919205506" sldId="264"/>
            <ac:picMk id="5" creationId="{AD16EEC5-38AD-E6F3-A1AF-13E979DA2AD5}"/>
          </ac:picMkLst>
        </pc:picChg>
        <pc:picChg chg="add mod ord">
          <ac:chgData name="Angele Blandine Feussi Nguemkam" userId="ee461fa2-c493-4781-8263-cbd932e6c27d" providerId="ADAL" clId="{3A8C267B-DBA7-4918-8845-803DF50AD393}" dt="2025-12-08T01:11:40.922" v="544" actId="1076"/>
          <ac:picMkLst>
            <pc:docMk/>
            <pc:sldMk cId="919205506" sldId="264"/>
            <ac:picMk id="10" creationId="{34390BE3-FFF8-D82E-91D0-B0C9CE9DFCCF}"/>
          </ac:picMkLst>
        </pc:picChg>
      </pc:sldChg>
      <pc:sldChg chg="addSp delSp modSp add mod">
        <pc:chgData name="Angele Blandine Feussi Nguemkam" userId="ee461fa2-c493-4781-8263-cbd932e6c27d" providerId="ADAL" clId="{3A8C267B-DBA7-4918-8845-803DF50AD393}" dt="2025-12-08T01:20:51.724" v="586" actId="20577"/>
        <pc:sldMkLst>
          <pc:docMk/>
          <pc:sldMk cId="3595942102" sldId="265"/>
        </pc:sldMkLst>
        <pc:spChg chg="add del mod">
          <ac:chgData name="Angele Blandine Feussi Nguemkam" userId="ee461fa2-c493-4781-8263-cbd932e6c27d" providerId="ADAL" clId="{3A8C267B-DBA7-4918-8845-803DF50AD393}" dt="2025-12-08T01:13:18.053" v="548" actId="22"/>
          <ac:spMkLst>
            <pc:docMk/>
            <pc:sldMk cId="3595942102" sldId="265"/>
            <ac:spMk id="4" creationId="{9C92D6B3-4B27-795F-667C-217F613A6AA4}"/>
          </ac:spMkLst>
        </pc:spChg>
        <pc:spChg chg="del">
          <ac:chgData name="Angele Blandine Feussi Nguemkam" userId="ee461fa2-c493-4781-8263-cbd932e6c27d" providerId="ADAL" clId="{3A8C267B-DBA7-4918-8845-803DF50AD393}" dt="2025-12-08T01:14:05.818" v="552" actId="478"/>
          <ac:spMkLst>
            <pc:docMk/>
            <pc:sldMk cId="3595942102" sldId="265"/>
            <ac:spMk id="6" creationId="{53001256-D25F-2CD3-58D1-41FDA934E4CC}"/>
          </ac:spMkLst>
        </pc:spChg>
        <pc:spChg chg="add mod">
          <ac:chgData name="Angele Blandine Feussi Nguemkam" userId="ee461fa2-c493-4781-8263-cbd932e6c27d" providerId="ADAL" clId="{3A8C267B-DBA7-4918-8845-803DF50AD393}" dt="2025-12-08T01:20:51.724" v="586" actId="20577"/>
          <ac:spMkLst>
            <pc:docMk/>
            <pc:sldMk cId="3595942102" sldId="265"/>
            <ac:spMk id="8" creationId="{4A11B0CE-5782-3B3D-74CF-FEEB10714BA7}"/>
          </ac:spMkLst>
        </pc:spChg>
        <pc:spChg chg="add del mod">
          <ac:chgData name="Angele Blandine Feussi Nguemkam" userId="ee461fa2-c493-4781-8263-cbd932e6c27d" providerId="ADAL" clId="{3A8C267B-DBA7-4918-8845-803DF50AD393}" dt="2025-12-08T01:19:22.351" v="564" actId="22"/>
          <ac:spMkLst>
            <pc:docMk/>
            <pc:sldMk cId="3595942102" sldId="265"/>
            <ac:spMk id="11" creationId="{A863BAF6-F04B-F6AF-6855-838BB0C4AA38}"/>
          </ac:spMkLst>
        </pc:spChg>
        <pc:picChg chg="add del mod ord">
          <ac:chgData name="Angele Blandine Feussi Nguemkam" userId="ee461fa2-c493-4781-8263-cbd932e6c27d" providerId="ADAL" clId="{3A8C267B-DBA7-4918-8845-803DF50AD393}" dt="2025-12-08T01:18:21.452" v="562" actId="478"/>
          <ac:picMkLst>
            <pc:docMk/>
            <pc:sldMk cId="3595942102" sldId="265"/>
            <ac:picMk id="7" creationId="{914F37C5-C639-2F03-2461-ECD571918E97}"/>
          </ac:picMkLst>
        </pc:picChg>
        <pc:picChg chg="del">
          <ac:chgData name="Angele Blandine Feussi Nguemkam" userId="ee461fa2-c493-4781-8263-cbd932e6c27d" providerId="ADAL" clId="{3A8C267B-DBA7-4918-8845-803DF50AD393}" dt="2025-12-08T01:13:14.907" v="546" actId="478"/>
          <ac:picMkLst>
            <pc:docMk/>
            <pc:sldMk cId="3595942102" sldId="265"/>
            <ac:picMk id="10" creationId="{14EE9AB6-2387-02EC-B5E4-76A950CA73A6}"/>
          </ac:picMkLst>
        </pc:picChg>
        <pc:picChg chg="add mod ord">
          <ac:chgData name="Angele Blandine Feussi Nguemkam" userId="ee461fa2-c493-4781-8263-cbd932e6c27d" providerId="ADAL" clId="{3A8C267B-DBA7-4918-8845-803DF50AD393}" dt="2025-12-08T01:19:30.351" v="568" actId="1076"/>
          <ac:picMkLst>
            <pc:docMk/>
            <pc:sldMk cId="3595942102" sldId="265"/>
            <ac:picMk id="13" creationId="{1B050237-31FA-3A1A-64D7-FF8F5F315947}"/>
          </ac:picMkLst>
        </pc:picChg>
      </pc:sldChg>
      <pc:sldChg chg="addSp delSp modSp new mod">
        <pc:chgData name="Angele Blandine Feussi Nguemkam" userId="ee461fa2-c493-4781-8263-cbd932e6c27d" providerId="ADAL" clId="{3A8C267B-DBA7-4918-8845-803DF50AD393}" dt="2025-12-08T01:32:17.001" v="653" actId="20577"/>
        <pc:sldMkLst>
          <pc:docMk/>
          <pc:sldMk cId="1787086963" sldId="266"/>
        </pc:sldMkLst>
        <pc:spChg chg="mod">
          <ac:chgData name="Angele Blandine Feussi Nguemkam" userId="ee461fa2-c493-4781-8263-cbd932e6c27d" providerId="ADAL" clId="{3A8C267B-DBA7-4918-8845-803DF50AD393}" dt="2025-12-08T01:32:17.001" v="653" actId="20577"/>
          <ac:spMkLst>
            <pc:docMk/>
            <pc:sldMk cId="1787086963" sldId="266"/>
            <ac:spMk id="2" creationId="{4745FBA1-DE81-7DBF-50C1-B667480344A5}"/>
          </ac:spMkLst>
        </pc:spChg>
        <pc:spChg chg="del mod">
          <ac:chgData name="Angele Blandine Feussi Nguemkam" userId="ee461fa2-c493-4781-8263-cbd932e6c27d" providerId="ADAL" clId="{3A8C267B-DBA7-4918-8845-803DF50AD393}" dt="2025-12-08T01:23:50.536" v="589" actId="22"/>
          <ac:spMkLst>
            <pc:docMk/>
            <pc:sldMk cId="1787086963" sldId="266"/>
            <ac:spMk id="3" creationId="{E8DD62E3-2415-4F16-8E24-D818561E4C76}"/>
          </ac:spMkLst>
        </pc:spChg>
        <pc:spChg chg="add mod">
          <ac:chgData name="Angele Blandine Feussi Nguemkam" userId="ee461fa2-c493-4781-8263-cbd932e6c27d" providerId="ADAL" clId="{3A8C267B-DBA7-4918-8845-803DF50AD393}" dt="2025-12-08T01:29:44.957" v="613" actId="1076"/>
          <ac:spMkLst>
            <pc:docMk/>
            <pc:sldMk cId="1787086963" sldId="266"/>
            <ac:spMk id="6" creationId="{76364771-5DFF-7C4A-3A08-F5EDB06FB259}"/>
          </ac:spMkLst>
        </pc:spChg>
        <pc:spChg chg="mod">
          <ac:chgData name="Angele Blandine Feussi Nguemkam" userId="ee461fa2-c493-4781-8263-cbd932e6c27d" providerId="ADAL" clId="{3A8C267B-DBA7-4918-8845-803DF50AD393}" dt="2025-12-08T01:28:29.583" v="596"/>
          <ac:spMkLst>
            <pc:docMk/>
            <pc:sldMk cId="1787086963" sldId="266"/>
            <ac:spMk id="8" creationId="{5AF96935-153E-1FB5-BF0A-CF39CC68FAA6}"/>
          </ac:spMkLst>
        </pc:spChg>
        <pc:spChg chg="mod">
          <ac:chgData name="Angele Blandine Feussi Nguemkam" userId="ee461fa2-c493-4781-8263-cbd932e6c27d" providerId="ADAL" clId="{3A8C267B-DBA7-4918-8845-803DF50AD393}" dt="2025-12-08T01:28:29.583" v="596"/>
          <ac:spMkLst>
            <pc:docMk/>
            <pc:sldMk cId="1787086963" sldId="266"/>
            <ac:spMk id="9" creationId="{EC1E1752-C667-8AD0-07A5-B6005239D5A8}"/>
          </ac:spMkLst>
        </pc:spChg>
        <pc:spChg chg="mod">
          <ac:chgData name="Angele Blandine Feussi Nguemkam" userId="ee461fa2-c493-4781-8263-cbd932e6c27d" providerId="ADAL" clId="{3A8C267B-DBA7-4918-8845-803DF50AD393}" dt="2025-12-08T01:28:29.583" v="596"/>
          <ac:spMkLst>
            <pc:docMk/>
            <pc:sldMk cId="1787086963" sldId="266"/>
            <ac:spMk id="10" creationId="{566CA619-4471-534B-4CF7-6C38F1D5E120}"/>
          </ac:spMkLst>
        </pc:spChg>
        <pc:spChg chg="add mod">
          <ac:chgData name="Angele Blandine Feussi Nguemkam" userId="ee461fa2-c493-4781-8263-cbd932e6c27d" providerId="ADAL" clId="{3A8C267B-DBA7-4918-8845-803DF50AD393}" dt="2025-12-08T01:30:21.440" v="620" actId="403"/>
          <ac:spMkLst>
            <pc:docMk/>
            <pc:sldMk cId="1787086963" sldId="266"/>
            <ac:spMk id="11" creationId="{36B0F831-425F-FDDF-C5A3-64FB143BC344}"/>
          </ac:spMkLst>
        </pc:spChg>
        <pc:grpChg chg="add mod">
          <ac:chgData name="Angele Blandine Feussi Nguemkam" userId="ee461fa2-c493-4781-8263-cbd932e6c27d" providerId="ADAL" clId="{3A8C267B-DBA7-4918-8845-803DF50AD393}" dt="2025-12-08T01:28:50.828" v="599" actId="14100"/>
          <ac:grpSpMkLst>
            <pc:docMk/>
            <pc:sldMk cId="1787086963" sldId="266"/>
            <ac:grpSpMk id="7" creationId="{4028E27E-B7F7-EE36-7DE0-4FC445502757}"/>
          </ac:grpSpMkLst>
        </pc:grpChg>
        <pc:picChg chg="add mod ord">
          <ac:chgData name="Angele Blandine Feussi Nguemkam" userId="ee461fa2-c493-4781-8263-cbd932e6c27d" providerId="ADAL" clId="{3A8C267B-DBA7-4918-8845-803DF50AD393}" dt="2025-12-08T01:27:48.818" v="595" actId="1076"/>
          <ac:picMkLst>
            <pc:docMk/>
            <pc:sldMk cId="1787086963" sldId="266"/>
            <ac:picMk id="5" creationId="{120160EC-0A2A-6C08-480B-5451BC941E0B}"/>
          </ac:picMkLst>
        </pc:picChg>
      </pc:sldChg>
      <pc:sldChg chg="addSp delSp modSp new mod">
        <pc:chgData name="Angele Blandine Feussi Nguemkam" userId="ee461fa2-c493-4781-8263-cbd932e6c27d" providerId="ADAL" clId="{3A8C267B-DBA7-4918-8845-803DF50AD393}" dt="2025-12-08T01:44:45.288" v="734" actId="1076"/>
        <pc:sldMkLst>
          <pc:docMk/>
          <pc:sldMk cId="3488510182" sldId="267"/>
        </pc:sldMkLst>
        <pc:spChg chg="mod">
          <ac:chgData name="Angele Blandine Feussi Nguemkam" userId="ee461fa2-c493-4781-8263-cbd932e6c27d" providerId="ADAL" clId="{3A8C267B-DBA7-4918-8845-803DF50AD393}" dt="2025-12-08T01:37:03.214" v="665" actId="242"/>
          <ac:spMkLst>
            <pc:docMk/>
            <pc:sldMk cId="3488510182" sldId="267"/>
            <ac:spMk id="2" creationId="{2F7CF271-8E31-3023-6C64-508E430C75A9}"/>
          </ac:spMkLst>
        </pc:spChg>
        <pc:spChg chg="del mod">
          <ac:chgData name="Angele Blandine Feussi Nguemkam" userId="ee461fa2-c493-4781-8263-cbd932e6c27d" providerId="ADAL" clId="{3A8C267B-DBA7-4918-8845-803DF50AD393}" dt="2025-12-08T01:38:56.672" v="702" actId="22"/>
          <ac:spMkLst>
            <pc:docMk/>
            <pc:sldMk cId="3488510182" sldId="267"/>
            <ac:spMk id="3" creationId="{417F7764-F34A-9AA5-89C2-178B9F6C8B6F}"/>
          </ac:spMkLst>
        </pc:spChg>
        <pc:spChg chg="add del mod">
          <ac:chgData name="Angele Blandine Feussi Nguemkam" userId="ee461fa2-c493-4781-8263-cbd932e6c27d" providerId="ADAL" clId="{3A8C267B-DBA7-4918-8845-803DF50AD393}" dt="2025-12-08T01:40:12.073" v="713" actId="22"/>
          <ac:spMkLst>
            <pc:docMk/>
            <pc:sldMk cId="3488510182" sldId="267"/>
            <ac:spMk id="7" creationId="{A0860D1C-3243-E649-4205-1AA631A397A5}"/>
          </ac:spMkLst>
        </pc:spChg>
        <pc:spChg chg="add del mod">
          <ac:chgData name="Angele Blandine Feussi Nguemkam" userId="ee461fa2-c493-4781-8263-cbd932e6c27d" providerId="ADAL" clId="{3A8C267B-DBA7-4918-8845-803DF50AD393}" dt="2025-12-08T01:44:28.966" v="726" actId="478"/>
          <ac:spMkLst>
            <pc:docMk/>
            <pc:sldMk cId="3488510182" sldId="267"/>
            <ac:spMk id="13" creationId="{4042D7C5-7CC5-EE1C-D6A4-DC5669D7C388}"/>
          </ac:spMkLst>
        </pc:spChg>
        <pc:picChg chg="add del mod ord">
          <ac:chgData name="Angele Blandine Feussi Nguemkam" userId="ee461fa2-c493-4781-8263-cbd932e6c27d" providerId="ADAL" clId="{3A8C267B-DBA7-4918-8845-803DF50AD393}" dt="2025-12-08T01:40:09.209" v="711" actId="478"/>
          <ac:picMkLst>
            <pc:docMk/>
            <pc:sldMk cId="3488510182" sldId="267"/>
            <ac:picMk id="5" creationId="{E0ED6BA4-2CF6-583E-F4DF-B08C81D69D77}"/>
          </ac:picMkLst>
        </pc:picChg>
        <pc:picChg chg="add del mod ord">
          <ac:chgData name="Angele Blandine Feussi Nguemkam" userId="ee461fa2-c493-4781-8263-cbd932e6c27d" providerId="ADAL" clId="{3A8C267B-DBA7-4918-8845-803DF50AD393}" dt="2025-12-08T01:44:22.063" v="724" actId="478"/>
          <ac:picMkLst>
            <pc:docMk/>
            <pc:sldMk cId="3488510182" sldId="267"/>
            <ac:picMk id="9" creationId="{412D2756-3F3A-F69A-FFD0-D3F58761BAFB}"/>
          </ac:picMkLst>
        </pc:picChg>
        <pc:picChg chg="add mod">
          <ac:chgData name="Angele Blandine Feussi Nguemkam" userId="ee461fa2-c493-4781-8263-cbd932e6c27d" providerId="ADAL" clId="{3A8C267B-DBA7-4918-8845-803DF50AD393}" dt="2025-12-08T01:44:45.288" v="734" actId="1076"/>
          <ac:picMkLst>
            <pc:docMk/>
            <pc:sldMk cId="3488510182" sldId="267"/>
            <ac:picMk id="11" creationId="{554C0047-AB1C-6003-39AD-D6E93EF9C772}"/>
          </ac:picMkLst>
        </pc:picChg>
        <pc:picChg chg="add mod">
          <ac:chgData name="Angele Blandine Feussi Nguemkam" userId="ee461fa2-c493-4781-8263-cbd932e6c27d" providerId="ADAL" clId="{3A8C267B-DBA7-4918-8845-803DF50AD393}" dt="2025-12-08T01:44:42.017" v="733" actId="1076"/>
          <ac:picMkLst>
            <pc:docMk/>
            <pc:sldMk cId="3488510182" sldId="267"/>
            <ac:picMk id="15" creationId="{23B6ECEE-E9BB-AF8C-9B5C-E576D99F7FF4}"/>
          </ac:picMkLst>
        </pc:picChg>
      </pc:sldChg>
      <pc:sldChg chg="addSp delSp modSp add del mod">
        <pc:chgData name="Angele Blandine Feussi Nguemkam" userId="ee461fa2-c493-4781-8263-cbd932e6c27d" providerId="ADAL" clId="{3A8C267B-DBA7-4918-8845-803DF50AD393}" dt="2025-12-08T01:51:52.991" v="763" actId="47"/>
        <pc:sldMkLst>
          <pc:docMk/>
          <pc:sldMk cId="885913882" sldId="268"/>
        </pc:sldMkLst>
        <pc:spChg chg="del mod">
          <ac:chgData name="Angele Blandine Feussi Nguemkam" userId="ee461fa2-c493-4781-8263-cbd932e6c27d" providerId="ADAL" clId="{3A8C267B-DBA7-4918-8845-803DF50AD393}" dt="2025-12-08T01:49:42.885" v="742" actId="21"/>
          <ac:spMkLst>
            <pc:docMk/>
            <pc:sldMk cId="885913882" sldId="268"/>
            <ac:spMk id="5" creationId="{9B421848-329B-718A-C2B9-42C9144FC831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8" creationId="{E6AD8B0F-5D99-B6B8-0F11-C4EC99F3D3F4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9" creationId="{21F7318C-8218-A599-04A3-79DA92679ED9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13" creationId="{72047733-6786-FC09-6E16-D6FD9095C9BC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14" creationId="{67E28D2E-5D3D-6E5A-3F9C-6AB4E103D4B4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19" creationId="{B9261C43-4676-42E7-F041-DB1E3299B2C1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21" creationId="{73209CA3-9357-0B40-9D3B-D87A33E42058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22" creationId="{C0D48EFD-1FE4-EE5C-70AD-FE43FE873424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24" creationId="{A39CFC7E-A7FD-9340-2A18-E22370AC6AFE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26" creationId="{8035B06E-01C5-8CBC-D08D-A0BD4F42F863}"/>
          </ac:spMkLst>
        </pc:spChg>
        <pc:spChg chg="mod">
          <ac:chgData name="Angele Blandine Feussi Nguemkam" userId="ee461fa2-c493-4781-8263-cbd932e6c27d" providerId="ADAL" clId="{3A8C267B-DBA7-4918-8845-803DF50AD393}" dt="2025-12-08T01:49:34.138" v="740"/>
          <ac:spMkLst>
            <pc:docMk/>
            <pc:sldMk cId="885913882" sldId="268"/>
            <ac:spMk id="27" creationId="{0AD86EB7-3CA6-4A46-4D94-C0B3A3CA3DAE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32" creationId="{E6AD8B0F-5D99-B6B8-0F11-C4EC99F3D3F4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36" creationId="{72047733-6786-FC09-6E16-D6FD9095C9BC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38" creationId="{86C59982-8260-018D-0FA0-3CDBF6122EA3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39" creationId="{E5CCA66C-8265-3E12-90DB-776703408AC6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42" creationId="{B3A6C946-5EF3-7C5C-F7EA-1BC33DDB9684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43" creationId="{73209CA3-9357-0B40-9D3B-D87A33E42058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44" creationId="{C0D48EFD-1FE4-EE5C-70AD-FE43FE873424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45" creationId="{8B6F950D-ED2C-7B1C-2474-0084A4EA0380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48" creationId="{8035B06E-01C5-8CBC-D08D-A0BD4F42F863}"/>
          </ac:spMkLst>
        </pc:spChg>
        <pc:spChg chg="mod">
          <ac:chgData name="Angele Blandine Feussi Nguemkam" userId="ee461fa2-c493-4781-8263-cbd932e6c27d" providerId="ADAL" clId="{3A8C267B-DBA7-4918-8845-803DF50AD393}" dt="2025-12-08T01:49:46.620" v="743"/>
          <ac:spMkLst>
            <pc:docMk/>
            <pc:sldMk cId="885913882" sldId="268"/>
            <ac:spMk id="49" creationId="{0AD86EB7-3CA6-4A46-4D94-C0B3A3CA3DAE}"/>
          </ac:spMkLst>
        </pc:spChg>
        <pc:grpChg chg="del mod">
          <ac:chgData name="Angele Blandine Feussi Nguemkam" userId="ee461fa2-c493-4781-8263-cbd932e6c27d" providerId="ADAL" clId="{3A8C267B-DBA7-4918-8845-803DF50AD393}" dt="2025-12-08T01:49:42.885" v="742" actId="21"/>
          <ac:grpSpMkLst>
            <pc:docMk/>
            <pc:sldMk cId="885913882" sldId="268"/>
            <ac:grpSpMk id="6" creationId="{C4D9964E-CB57-1FA0-D65E-EB0D64834762}"/>
          </ac:grpSpMkLst>
        </pc:grpChg>
        <pc:picChg chg="add del mod">
          <ac:chgData name="Angele Blandine Feussi Nguemkam" userId="ee461fa2-c493-4781-8263-cbd932e6c27d" providerId="ADAL" clId="{3A8C267B-DBA7-4918-8845-803DF50AD393}" dt="2025-12-08T01:46:45.842" v="739" actId="478"/>
          <ac:picMkLst>
            <pc:docMk/>
            <pc:sldMk cId="885913882" sldId="268"/>
            <ac:picMk id="3" creationId="{5CFC5AE8-8525-E5C8-47A7-50D5115B96ED}"/>
          </ac:picMkLst>
        </pc:picChg>
        <pc:picChg chg="del mod">
          <ac:chgData name="Angele Blandine Feussi Nguemkam" userId="ee461fa2-c493-4781-8263-cbd932e6c27d" providerId="ADAL" clId="{3A8C267B-DBA7-4918-8845-803DF50AD393}" dt="2025-12-08T01:49:42.885" v="742" actId="21"/>
          <ac:picMkLst>
            <pc:docMk/>
            <pc:sldMk cId="885913882" sldId="268"/>
            <ac:picMk id="4" creationId="{11C2BFA7-3DF7-1C43-C18D-5EDAABCD835B}"/>
          </ac:picMkLst>
        </pc:picChg>
        <pc:picChg chg="del">
          <ac:chgData name="Angele Blandine Feussi Nguemkam" userId="ee461fa2-c493-4781-8263-cbd932e6c27d" providerId="ADAL" clId="{3A8C267B-DBA7-4918-8845-803DF50AD393}" dt="2025-12-08T01:46:37.715" v="736" actId="478"/>
          <ac:picMkLst>
            <pc:docMk/>
            <pc:sldMk cId="885913882" sldId="268"/>
            <ac:picMk id="11" creationId="{436DC4F3-58B3-9007-1111-A9AFE1DDDE95}"/>
          </ac:picMkLst>
        </pc:picChg>
        <pc:picChg chg="del">
          <ac:chgData name="Angele Blandine Feussi Nguemkam" userId="ee461fa2-c493-4781-8263-cbd932e6c27d" providerId="ADAL" clId="{3A8C267B-DBA7-4918-8845-803DF50AD393}" dt="2025-12-08T01:46:38.501" v="737" actId="478"/>
          <ac:picMkLst>
            <pc:docMk/>
            <pc:sldMk cId="885913882" sldId="268"/>
            <ac:picMk id="15" creationId="{F6E9A9D9-433E-84EC-ACC8-22AD837AA111}"/>
          </ac:picMkLst>
        </pc:picChg>
      </pc:sldChg>
      <pc:sldChg chg="delSp modSp add mod">
        <pc:chgData name="Angele Blandine Feussi Nguemkam" userId="ee461fa2-c493-4781-8263-cbd932e6c27d" providerId="ADAL" clId="{3A8C267B-DBA7-4918-8845-803DF50AD393}" dt="2025-12-08T01:51:43.704" v="762" actId="14100"/>
        <pc:sldMkLst>
          <pc:docMk/>
          <pc:sldMk cId="84834939" sldId="269"/>
        </pc:sldMkLst>
        <pc:spChg chg="mod">
          <ac:chgData name="Angele Blandine Feussi Nguemkam" userId="ee461fa2-c493-4781-8263-cbd932e6c27d" providerId="ADAL" clId="{3A8C267B-DBA7-4918-8845-803DF50AD393}" dt="2025-12-08T01:51:09.599" v="760" actId="403"/>
          <ac:spMkLst>
            <pc:docMk/>
            <pc:sldMk cId="84834939" sldId="269"/>
            <ac:spMk id="29" creationId="{F7B2C604-9476-8B02-C665-9E500CF46F92}"/>
          </ac:spMkLst>
        </pc:spChg>
        <pc:spChg chg="mod">
          <ac:chgData name="Angele Blandine Feussi Nguemkam" userId="ee461fa2-c493-4781-8263-cbd932e6c27d" providerId="ADAL" clId="{3A8C267B-DBA7-4918-8845-803DF50AD393}" dt="2025-12-08T01:50:44.078" v="748" actId="255"/>
          <ac:spMkLst>
            <pc:docMk/>
            <pc:sldMk cId="84834939" sldId="269"/>
            <ac:spMk id="34" creationId="{9F7F7F5D-6965-4B29-6579-1108B00A5541}"/>
          </ac:spMkLst>
        </pc:spChg>
        <pc:spChg chg="mod">
          <ac:chgData name="Angele Blandine Feussi Nguemkam" userId="ee461fa2-c493-4781-8263-cbd932e6c27d" providerId="ADAL" clId="{3A8C267B-DBA7-4918-8845-803DF50AD393}" dt="2025-12-08T01:50:44.078" v="748" actId="255"/>
          <ac:spMkLst>
            <pc:docMk/>
            <pc:sldMk cId="84834939" sldId="269"/>
            <ac:spMk id="37" creationId="{77B9B158-281E-FF3F-A54E-3B7382C9D2B2}"/>
          </ac:spMkLst>
        </pc:spChg>
        <pc:spChg chg="mod">
          <ac:chgData name="Angele Blandine Feussi Nguemkam" userId="ee461fa2-c493-4781-8263-cbd932e6c27d" providerId="ADAL" clId="{3A8C267B-DBA7-4918-8845-803DF50AD393}" dt="2025-12-08T01:50:44.078" v="748" actId="255"/>
          <ac:spMkLst>
            <pc:docMk/>
            <pc:sldMk cId="84834939" sldId="269"/>
            <ac:spMk id="38" creationId="{33B9C019-6FC4-E4D3-B271-4ECC3DD2EAA4}"/>
          </ac:spMkLst>
        </pc:spChg>
        <pc:spChg chg="mod">
          <ac:chgData name="Angele Blandine Feussi Nguemkam" userId="ee461fa2-c493-4781-8263-cbd932e6c27d" providerId="ADAL" clId="{3A8C267B-DBA7-4918-8845-803DF50AD393}" dt="2025-12-08T01:50:44.078" v="748" actId="255"/>
          <ac:spMkLst>
            <pc:docMk/>
            <pc:sldMk cId="84834939" sldId="269"/>
            <ac:spMk id="40" creationId="{43037C66-F8E5-8E2A-E7A2-74B1F3C41821}"/>
          </ac:spMkLst>
        </pc:spChg>
        <pc:spChg chg="mod">
          <ac:chgData name="Angele Blandine Feussi Nguemkam" userId="ee461fa2-c493-4781-8263-cbd932e6c27d" providerId="ADAL" clId="{3A8C267B-DBA7-4918-8845-803DF50AD393}" dt="2025-12-08T01:50:44.078" v="748" actId="255"/>
          <ac:spMkLst>
            <pc:docMk/>
            <pc:sldMk cId="84834939" sldId="269"/>
            <ac:spMk id="41" creationId="{09C1A362-102E-3543-C029-E15D2DB456F3}"/>
          </ac:spMkLst>
        </pc:spChg>
        <pc:spChg chg="mod">
          <ac:chgData name="Angele Blandine Feussi Nguemkam" userId="ee461fa2-c493-4781-8263-cbd932e6c27d" providerId="ADAL" clId="{3A8C267B-DBA7-4918-8845-803DF50AD393}" dt="2025-12-08T01:50:44.078" v="748" actId="255"/>
          <ac:spMkLst>
            <pc:docMk/>
            <pc:sldMk cId="84834939" sldId="269"/>
            <ac:spMk id="42" creationId="{23394CDB-6586-2BE2-03F5-420989A0CA97}"/>
          </ac:spMkLst>
        </pc:spChg>
        <pc:spChg chg="mod">
          <ac:chgData name="Angele Blandine Feussi Nguemkam" userId="ee461fa2-c493-4781-8263-cbd932e6c27d" providerId="ADAL" clId="{3A8C267B-DBA7-4918-8845-803DF50AD393}" dt="2025-12-08T01:50:44.078" v="748" actId="255"/>
          <ac:spMkLst>
            <pc:docMk/>
            <pc:sldMk cId="84834939" sldId="269"/>
            <ac:spMk id="43" creationId="{4947B257-4B74-D850-7274-7FB29D23C102}"/>
          </ac:spMkLst>
        </pc:spChg>
        <pc:spChg chg="mod">
          <ac:chgData name="Angele Blandine Feussi Nguemkam" userId="ee461fa2-c493-4781-8263-cbd932e6c27d" providerId="ADAL" clId="{3A8C267B-DBA7-4918-8845-803DF50AD393}" dt="2025-12-08T01:50:44.078" v="748" actId="255"/>
          <ac:spMkLst>
            <pc:docMk/>
            <pc:sldMk cId="84834939" sldId="269"/>
            <ac:spMk id="44" creationId="{F49A5A15-9E7D-BC28-EC65-0217AB19AED6}"/>
          </ac:spMkLst>
        </pc:spChg>
        <pc:spChg chg="mod">
          <ac:chgData name="Angele Blandine Feussi Nguemkam" userId="ee461fa2-c493-4781-8263-cbd932e6c27d" providerId="ADAL" clId="{3A8C267B-DBA7-4918-8845-803DF50AD393}" dt="2025-12-08T01:51:43.704" v="762" actId="14100"/>
          <ac:spMkLst>
            <pc:docMk/>
            <pc:sldMk cId="84834939" sldId="269"/>
            <ac:spMk id="46" creationId="{69F6EDF4-D986-F3DB-72ED-AF3343A44383}"/>
          </ac:spMkLst>
        </pc:spChg>
        <pc:spChg chg="mod">
          <ac:chgData name="Angele Blandine Feussi Nguemkam" userId="ee461fa2-c493-4781-8263-cbd932e6c27d" providerId="ADAL" clId="{3A8C267B-DBA7-4918-8845-803DF50AD393}" dt="2025-12-08T01:51:39.458" v="761" actId="14100"/>
          <ac:spMkLst>
            <pc:docMk/>
            <pc:sldMk cId="84834939" sldId="269"/>
            <ac:spMk id="47" creationId="{37849EDF-33FF-6296-DC7E-4D0301916F80}"/>
          </ac:spMkLst>
        </pc:spChg>
        <pc:spChg chg="mod">
          <ac:chgData name="Angele Blandine Feussi Nguemkam" userId="ee461fa2-c493-4781-8263-cbd932e6c27d" providerId="ADAL" clId="{3A8C267B-DBA7-4918-8845-803DF50AD393}" dt="2025-12-08T01:50:44.078" v="748" actId="255"/>
          <ac:spMkLst>
            <pc:docMk/>
            <pc:sldMk cId="84834939" sldId="269"/>
            <ac:spMk id="48" creationId="{295AF243-6159-39A9-9A99-2821EB1E9308}"/>
          </ac:spMkLst>
        </pc:spChg>
        <pc:grpChg chg="mod">
          <ac:chgData name="Angele Blandine Feussi Nguemkam" userId="ee461fa2-c493-4781-8263-cbd932e6c27d" providerId="ADAL" clId="{3A8C267B-DBA7-4918-8845-803DF50AD393}" dt="2025-12-08T01:50:23.195" v="746" actId="1076"/>
          <ac:grpSpMkLst>
            <pc:docMk/>
            <pc:sldMk cId="84834939" sldId="269"/>
            <ac:grpSpMk id="30" creationId="{B17FDCC3-BA2B-569F-4B96-6A873BB695D6}"/>
          </ac:grpSpMkLst>
        </pc:grpChg>
        <pc:picChg chg="del">
          <ac:chgData name="Angele Blandine Feussi Nguemkam" userId="ee461fa2-c493-4781-8263-cbd932e6c27d" providerId="ADAL" clId="{3A8C267B-DBA7-4918-8845-803DF50AD393}" dt="2025-12-08T01:50:13.933" v="745" actId="478"/>
          <ac:picMkLst>
            <pc:docMk/>
            <pc:sldMk cId="84834939" sldId="269"/>
            <ac:picMk id="28" creationId="{5A050B9E-B15A-ED1E-5722-9F3153153396}"/>
          </ac:picMkLst>
        </pc:picChg>
      </pc:sldChg>
      <pc:sldChg chg="addSp delSp modSp new add del mod">
        <pc:chgData name="Angele Blandine Feussi Nguemkam" userId="ee461fa2-c493-4781-8263-cbd932e6c27d" providerId="ADAL" clId="{3A8C267B-DBA7-4918-8845-803DF50AD393}" dt="2025-12-08T17:16:31.054" v="1379"/>
        <pc:sldMkLst>
          <pc:docMk/>
          <pc:sldMk cId="2352073904" sldId="270"/>
        </pc:sldMkLst>
        <pc:spChg chg="mod">
          <ac:chgData name="Angele Blandine Feussi Nguemkam" userId="ee461fa2-c493-4781-8263-cbd932e6c27d" providerId="ADAL" clId="{3A8C267B-DBA7-4918-8845-803DF50AD393}" dt="2025-12-08T16:59:11.785" v="1303" actId="255"/>
          <ac:spMkLst>
            <pc:docMk/>
            <pc:sldMk cId="2352073904" sldId="270"/>
            <ac:spMk id="2" creationId="{C486BF27-F542-58D9-E115-A453C0BB3955}"/>
          </ac:spMkLst>
        </pc:spChg>
        <pc:spChg chg="del mod">
          <ac:chgData name="Angele Blandine Feussi Nguemkam" userId="ee461fa2-c493-4781-8263-cbd932e6c27d" providerId="ADAL" clId="{3A8C267B-DBA7-4918-8845-803DF50AD393}" dt="2025-12-08T01:57:45.629" v="770" actId="478"/>
          <ac:spMkLst>
            <pc:docMk/>
            <pc:sldMk cId="2352073904" sldId="270"/>
            <ac:spMk id="3" creationId="{8C7559EF-05E2-B5B3-B77C-393642A0C392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7" creationId="{060AFA72-F176-B659-9190-C18A98EB7FB8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9" creationId="{4E90B73B-D644-E00C-FA2C-8611AE860E37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10" creationId="{C22C06DC-D00E-7F59-337E-6E9C2DA643A8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11" creationId="{D80A91FD-352E-E67D-A136-7E0199266F88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12" creationId="{854A3EA3-61C5-BC4A-51F5-9C819418EDC6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13" creationId="{1C3C1BE2-AD8D-1D91-ACF1-DCFC4AC0F292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15" creationId="{A8553188-3055-23C7-2F84-83DC22026C36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16" creationId="{E3DDD7AC-F382-0CB4-84B3-DDA2CA89CF7A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18" creationId="{5C870DE7-71AA-7324-54F9-86DE374F9317}"/>
          </ac:spMkLst>
        </pc:spChg>
        <pc:spChg chg="mod">
          <ac:chgData name="Angele Blandine Feussi Nguemkam" userId="ee461fa2-c493-4781-8263-cbd932e6c27d" providerId="ADAL" clId="{3A8C267B-DBA7-4918-8845-803DF50AD393}" dt="2025-12-08T01:58:14.185" v="779" actId="404"/>
          <ac:spMkLst>
            <pc:docMk/>
            <pc:sldMk cId="2352073904" sldId="270"/>
            <ac:spMk id="22" creationId="{AD0B2A60-3747-EEC5-CE19-24E76E7356E4}"/>
          </ac:spMkLst>
        </pc:spChg>
        <pc:spChg chg="del">
          <ac:chgData name="Angele Blandine Feussi Nguemkam" userId="ee461fa2-c493-4781-8263-cbd932e6c27d" providerId="ADAL" clId="{3A8C267B-DBA7-4918-8845-803DF50AD393}" dt="2025-12-08T02:00:51.440" v="790" actId="478"/>
          <ac:spMkLst>
            <pc:docMk/>
            <pc:sldMk cId="2352073904" sldId="270"/>
            <ac:spMk id="25" creationId="{F6138D4E-CFE3-3FD1-4DFF-06606F0732E6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29" creationId="{019D2E73-F25C-EFE4-EECC-F3DD2300C47B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32" creationId="{87CFFA9E-6E03-6F5F-7834-0B8D76B15A0F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34" creationId="{33573DAE-BD03-0802-5515-C12A35422B00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35" creationId="{8E3D9946-3B25-B5BE-2282-A0AC0535F1CC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38" creationId="{1C481CA4-443E-EB1E-1FFB-4104B669E912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39" creationId="{68312869-4136-580F-5570-3773BDE7F963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40" creationId="{C0B82CD9-AA89-C74A-105F-CF7909EB3841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41" creationId="{47DE687C-6234-2D02-F1EA-E03DFDDB31B2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42" creationId="{498C33EA-85C2-2110-5A59-805B65045EEE}"/>
          </ac:spMkLst>
        </pc:spChg>
        <pc:spChg chg="mod">
          <ac:chgData name="Angele Blandine Feussi Nguemkam" userId="ee461fa2-c493-4781-8263-cbd932e6c27d" providerId="ADAL" clId="{3A8C267B-DBA7-4918-8845-803DF50AD393}" dt="2025-12-08T01:59:05.871" v="781"/>
          <ac:spMkLst>
            <pc:docMk/>
            <pc:sldMk cId="2352073904" sldId="270"/>
            <ac:spMk id="43" creationId="{35D9BBF7-0D9D-1380-46E7-5B7E2EB94C0A}"/>
          </ac:spMkLst>
        </pc:spChg>
        <pc:spChg chg="add del mod">
          <ac:chgData name="Angele Blandine Feussi Nguemkam" userId="ee461fa2-c493-4781-8263-cbd932e6c27d" providerId="ADAL" clId="{3A8C267B-DBA7-4918-8845-803DF50AD393}" dt="2025-12-08T02:00:12.530" v="788" actId="478"/>
          <ac:spMkLst>
            <pc:docMk/>
            <pc:sldMk cId="2352073904" sldId="270"/>
            <ac:spMk id="44" creationId="{22239CA6-3BA0-1A76-049B-6B834A34FA2D}"/>
          </ac:spMkLst>
        </pc:spChg>
        <pc:spChg chg="add mod">
          <ac:chgData name="Angele Blandine Feussi Nguemkam" userId="ee461fa2-c493-4781-8263-cbd932e6c27d" providerId="ADAL" clId="{3A8C267B-DBA7-4918-8845-803DF50AD393}" dt="2025-12-08T02:01:55.155" v="888" actId="1076"/>
          <ac:spMkLst>
            <pc:docMk/>
            <pc:sldMk cId="2352073904" sldId="270"/>
            <ac:spMk id="45" creationId="{9895D148-250F-6460-ACDB-1F4D6196DB64}"/>
          </ac:spMkLst>
        </pc:spChg>
        <pc:grpChg chg="del mod">
          <ac:chgData name="Angele Blandine Feussi Nguemkam" userId="ee461fa2-c493-4781-8263-cbd932e6c27d" providerId="ADAL" clId="{3A8C267B-DBA7-4918-8845-803DF50AD393}" dt="2025-12-08T01:59:04.538" v="780" actId="478"/>
          <ac:grpSpMkLst>
            <pc:docMk/>
            <pc:sldMk cId="2352073904" sldId="270"/>
            <ac:grpSpMk id="4" creationId="{46287F10-31A5-39AD-9523-B25DBCDB054D}"/>
          </ac:grpSpMkLst>
        </pc:grpChg>
        <pc:grpChg chg="mod">
          <ac:chgData name="Angele Blandine Feussi Nguemkam" userId="ee461fa2-c493-4781-8263-cbd932e6c27d" providerId="ADAL" clId="{3A8C267B-DBA7-4918-8845-803DF50AD393}" dt="2025-12-08T02:00:33.506" v="789" actId="1076"/>
          <ac:grpSpMkLst>
            <pc:docMk/>
            <pc:sldMk cId="2352073904" sldId="270"/>
            <ac:grpSpMk id="24" creationId="{C6681FC5-40FA-6892-F9D2-73777A631C94}"/>
          </ac:grpSpMkLst>
        </pc:grpChg>
        <pc:picChg chg="add mod">
          <ac:chgData name="Angele Blandine Feussi Nguemkam" userId="ee461fa2-c493-4781-8263-cbd932e6c27d" providerId="ADAL" clId="{3A8C267B-DBA7-4918-8845-803DF50AD393}" dt="2025-12-08T02:09:19.299" v="895" actId="1076"/>
          <ac:picMkLst>
            <pc:docMk/>
            <pc:sldMk cId="2352073904" sldId="270"/>
            <ac:picMk id="47" creationId="{42AE3897-2EF8-B94A-3BFE-5286268BB9C9}"/>
          </ac:picMkLst>
        </pc:picChg>
      </pc:sldChg>
      <pc:sldChg chg="new del">
        <pc:chgData name="Angele Blandine Feussi Nguemkam" userId="ee461fa2-c493-4781-8263-cbd932e6c27d" providerId="ADAL" clId="{3A8C267B-DBA7-4918-8845-803DF50AD393}" dt="2025-12-08T02:19:09.842" v="923" actId="47"/>
        <pc:sldMkLst>
          <pc:docMk/>
          <pc:sldMk cId="255538927" sldId="271"/>
        </pc:sldMkLst>
      </pc:sldChg>
      <pc:sldChg chg="addSp delSp modSp add del mod">
        <pc:chgData name="Angele Blandine Feussi Nguemkam" userId="ee461fa2-c493-4781-8263-cbd932e6c27d" providerId="ADAL" clId="{3A8C267B-DBA7-4918-8845-803DF50AD393}" dt="2025-12-08T02:54:57.607" v="1140" actId="47"/>
        <pc:sldMkLst>
          <pc:docMk/>
          <pc:sldMk cId="0" sldId="272"/>
        </pc:sldMkLst>
        <pc:spChg chg="del">
          <ac:chgData name="Angele Blandine Feussi Nguemkam" userId="ee461fa2-c493-4781-8263-cbd932e6c27d" providerId="ADAL" clId="{3A8C267B-DBA7-4918-8845-803DF50AD393}" dt="2025-12-08T02:18:15.085" v="910" actId="478"/>
          <ac:spMkLst>
            <pc:docMk/>
            <pc:sldMk cId="0" sldId="272"/>
            <ac:spMk id="22" creationId="{00000000-0000-0000-0000-000000000000}"/>
          </ac:spMkLst>
        </pc:spChg>
        <pc:spChg chg="del mod">
          <ac:chgData name="Angele Blandine Feussi Nguemkam" userId="ee461fa2-c493-4781-8263-cbd932e6c27d" providerId="ADAL" clId="{3A8C267B-DBA7-4918-8845-803DF50AD393}" dt="2025-12-08T02:18:49.082" v="919" actId="478"/>
          <ac:spMkLst>
            <pc:docMk/>
            <pc:sldMk cId="0" sldId="272"/>
            <ac:spMk id="24" creationId="{00000000-0000-0000-0000-000000000000}"/>
          </ac:spMkLst>
        </pc:spChg>
        <pc:spChg chg="add mod">
          <ac:chgData name="Angele Blandine Feussi Nguemkam" userId="ee461fa2-c493-4781-8263-cbd932e6c27d" providerId="ADAL" clId="{3A8C267B-DBA7-4918-8845-803DF50AD393}" dt="2025-12-08T02:18:54.439" v="920" actId="1076"/>
          <ac:spMkLst>
            <pc:docMk/>
            <pc:sldMk cId="0" sldId="272"/>
            <ac:spMk id="29" creationId="{1358004A-4585-9764-0717-BEEAFFB324A1}"/>
          </ac:spMkLst>
        </pc:spChg>
        <pc:spChg chg="add mod">
          <ac:chgData name="Angele Blandine Feussi Nguemkam" userId="ee461fa2-c493-4781-8263-cbd932e6c27d" providerId="ADAL" clId="{3A8C267B-DBA7-4918-8845-803DF50AD393}" dt="2025-12-08T02:18:42.746" v="918" actId="571"/>
          <ac:spMkLst>
            <pc:docMk/>
            <pc:sldMk cId="0" sldId="272"/>
            <ac:spMk id="30" creationId="{5890F115-5FE6-2E54-EF5C-71BA7D82E3B9}"/>
          </ac:spMkLst>
        </pc:spChg>
        <pc:spChg chg="add mod">
          <ac:chgData name="Angele Blandine Feussi Nguemkam" userId="ee461fa2-c493-4781-8263-cbd932e6c27d" providerId="ADAL" clId="{3A8C267B-DBA7-4918-8845-803DF50AD393}" dt="2025-12-08T02:18:42.746" v="918" actId="571"/>
          <ac:spMkLst>
            <pc:docMk/>
            <pc:sldMk cId="0" sldId="272"/>
            <ac:spMk id="31" creationId="{1892D925-8F82-7E23-DD09-E7219CF72A7A}"/>
          </ac:spMkLst>
        </pc:spChg>
        <pc:picChg chg="del">
          <ac:chgData name="Angele Blandine Feussi Nguemkam" userId="ee461fa2-c493-4781-8263-cbd932e6c27d" providerId="ADAL" clId="{3A8C267B-DBA7-4918-8845-803DF50AD393}" dt="2025-12-08T02:18:11.289" v="909" actId="478"/>
          <ac:picMkLst>
            <pc:docMk/>
            <pc:sldMk cId="0" sldId="272"/>
            <ac:picMk id="23" creationId="{00000000-0000-0000-0000-000000000000}"/>
          </ac:picMkLst>
        </pc:picChg>
        <pc:picChg chg="add mod">
          <ac:chgData name="Angele Blandine Feussi Nguemkam" userId="ee461fa2-c493-4781-8263-cbd932e6c27d" providerId="ADAL" clId="{3A8C267B-DBA7-4918-8845-803DF50AD393}" dt="2025-12-08T02:19:00.836" v="922" actId="14100"/>
          <ac:picMkLst>
            <pc:docMk/>
            <pc:sldMk cId="0" sldId="272"/>
            <ac:picMk id="28" creationId="{019CE5C0-FAE0-0BB5-2C2E-0753E2144945}"/>
          </ac:picMkLst>
        </pc:picChg>
      </pc:sldChg>
      <pc:sldChg chg="new del">
        <pc:chgData name="Angele Blandine Feussi Nguemkam" userId="ee461fa2-c493-4781-8263-cbd932e6c27d" providerId="ADAL" clId="{3A8C267B-DBA7-4918-8845-803DF50AD393}" dt="2025-12-08T02:10:56.170" v="900" actId="47"/>
        <pc:sldMkLst>
          <pc:docMk/>
          <pc:sldMk cId="1917407537" sldId="273"/>
        </pc:sldMkLst>
      </pc:sldChg>
      <pc:sldChg chg="addSp delSp modSp add mod setBg">
        <pc:chgData name="Angele Blandine Feussi Nguemkam" userId="ee461fa2-c493-4781-8263-cbd932e6c27d" providerId="ADAL" clId="{3A8C267B-DBA7-4918-8845-803DF50AD393}" dt="2025-12-08T02:20:32.962" v="932" actId="1076"/>
        <pc:sldMkLst>
          <pc:docMk/>
          <pc:sldMk cId="0" sldId="274"/>
        </pc:sldMkLst>
        <pc:spChg chg="del">
          <ac:chgData name="Angele Blandine Feussi Nguemkam" userId="ee461fa2-c493-4781-8263-cbd932e6c27d" providerId="ADAL" clId="{3A8C267B-DBA7-4918-8845-803DF50AD393}" dt="2025-12-08T02:15:16.234" v="902" actId="478"/>
          <ac:spMkLst>
            <pc:docMk/>
            <pc:sldMk cId="0" sldId="274"/>
            <ac:spMk id="47" creationId="{00000000-0000-0000-0000-000000000000}"/>
          </ac:spMkLst>
        </pc:spChg>
        <pc:picChg chg="del">
          <ac:chgData name="Angele Blandine Feussi Nguemkam" userId="ee461fa2-c493-4781-8263-cbd932e6c27d" providerId="ADAL" clId="{3A8C267B-DBA7-4918-8845-803DF50AD393}" dt="2025-12-08T02:15:18.886" v="903" actId="478"/>
          <ac:picMkLst>
            <pc:docMk/>
            <pc:sldMk cId="0" sldId="274"/>
            <ac:picMk id="48" creationId="{00000000-0000-0000-0000-000000000000}"/>
          </ac:picMkLst>
        </pc:picChg>
        <pc:picChg chg="add del mod">
          <ac:chgData name="Angele Blandine Feussi Nguemkam" userId="ee461fa2-c493-4781-8263-cbd932e6c27d" providerId="ADAL" clId="{3A8C267B-DBA7-4918-8845-803DF50AD393}" dt="2025-12-08T02:20:14.811" v="924" actId="478"/>
          <ac:picMkLst>
            <pc:docMk/>
            <pc:sldMk cId="0" sldId="274"/>
            <ac:picMk id="51" creationId="{2C356C90-F7EE-4E0D-72CD-ED23D8A9ACF1}"/>
          </ac:picMkLst>
        </pc:picChg>
        <pc:picChg chg="add mod">
          <ac:chgData name="Angele Blandine Feussi Nguemkam" userId="ee461fa2-c493-4781-8263-cbd932e6c27d" providerId="ADAL" clId="{3A8C267B-DBA7-4918-8845-803DF50AD393}" dt="2025-12-08T02:20:32.962" v="932" actId="1076"/>
          <ac:picMkLst>
            <pc:docMk/>
            <pc:sldMk cId="0" sldId="274"/>
            <ac:picMk id="53" creationId="{59A973E6-CA9E-7DDD-DC39-5BCCCED33384}"/>
          </ac:picMkLst>
        </pc:picChg>
      </pc:sldChg>
      <pc:sldChg chg="addSp delSp modSp new del mod">
        <pc:chgData name="Angele Blandine Feussi Nguemkam" userId="ee461fa2-c493-4781-8263-cbd932e6c27d" providerId="ADAL" clId="{3A8C267B-DBA7-4918-8845-803DF50AD393}" dt="2025-12-08T02:31:39.821" v="1000" actId="47"/>
        <pc:sldMkLst>
          <pc:docMk/>
          <pc:sldMk cId="2541201245" sldId="275"/>
        </pc:sldMkLst>
        <pc:spChg chg="mod">
          <ac:chgData name="Angele Blandine Feussi Nguemkam" userId="ee461fa2-c493-4781-8263-cbd932e6c27d" providerId="ADAL" clId="{3A8C267B-DBA7-4918-8845-803DF50AD393}" dt="2025-12-08T02:24:29.995" v="956" actId="242"/>
          <ac:spMkLst>
            <pc:docMk/>
            <pc:sldMk cId="2541201245" sldId="275"/>
            <ac:spMk id="2" creationId="{0A6989FC-AEAC-846A-E822-E3753443C11C}"/>
          </ac:spMkLst>
        </pc:spChg>
        <pc:spChg chg="del">
          <ac:chgData name="Angele Blandine Feussi Nguemkam" userId="ee461fa2-c493-4781-8263-cbd932e6c27d" providerId="ADAL" clId="{3A8C267B-DBA7-4918-8845-803DF50AD393}" dt="2025-12-08T02:23:10.936" v="937" actId="478"/>
          <ac:spMkLst>
            <pc:docMk/>
            <pc:sldMk cId="2541201245" sldId="275"/>
            <ac:spMk id="3" creationId="{4E04F31F-40B3-B52D-C86C-0E9F81B5536F}"/>
          </ac:spMkLst>
        </pc:spChg>
        <pc:spChg chg="mod">
          <ac:chgData name="Angele Blandine Feussi Nguemkam" userId="ee461fa2-c493-4781-8263-cbd932e6c27d" providerId="ADAL" clId="{3A8C267B-DBA7-4918-8845-803DF50AD393}" dt="2025-12-08T02:22:55.691" v="934"/>
          <ac:spMkLst>
            <pc:docMk/>
            <pc:sldMk cId="2541201245" sldId="275"/>
            <ac:spMk id="5" creationId="{B5CC9B1D-A34B-57BD-52F8-D3D4263D0D0A}"/>
          </ac:spMkLst>
        </pc:spChg>
        <pc:spChg chg="mod">
          <ac:chgData name="Angele Blandine Feussi Nguemkam" userId="ee461fa2-c493-4781-8263-cbd932e6c27d" providerId="ADAL" clId="{3A8C267B-DBA7-4918-8845-803DF50AD393}" dt="2025-12-08T02:22:55.691" v="934"/>
          <ac:spMkLst>
            <pc:docMk/>
            <pc:sldMk cId="2541201245" sldId="275"/>
            <ac:spMk id="6" creationId="{8702BA08-3E3B-CF6A-6F2C-E066175442B6}"/>
          </ac:spMkLst>
        </pc:spChg>
        <pc:spChg chg="mod">
          <ac:chgData name="Angele Blandine Feussi Nguemkam" userId="ee461fa2-c493-4781-8263-cbd932e6c27d" providerId="ADAL" clId="{3A8C267B-DBA7-4918-8845-803DF50AD393}" dt="2025-12-08T02:22:55.691" v="934"/>
          <ac:spMkLst>
            <pc:docMk/>
            <pc:sldMk cId="2541201245" sldId="275"/>
            <ac:spMk id="7" creationId="{145E3771-84CF-FBED-0AA8-2098CA86F7B1}"/>
          </ac:spMkLst>
        </pc:spChg>
        <pc:spChg chg="mod">
          <ac:chgData name="Angele Blandine Feussi Nguemkam" userId="ee461fa2-c493-4781-8263-cbd932e6c27d" providerId="ADAL" clId="{3A8C267B-DBA7-4918-8845-803DF50AD393}" dt="2025-12-08T02:22:55.691" v="934"/>
          <ac:spMkLst>
            <pc:docMk/>
            <pc:sldMk cId="2541201245" sldId="275"/>
            <ac:spMk id="8" creationId="{9DAB979D-DBB7-ADC6-8BF8-D7B17D693314}"/>
          </ac:spMkLst>
        </pc:spChg>
        <pc:spChg chg="mod">
          <ac:chgData name="Angele Blandine Feussi Nguemkam" userId="ee461fa2-c493-4781-8263-cbd932e6c27d" providerId="ADAL" clId="{3A8C267B-DBA7-4918-8845-803DF50AD393}" dt="2025-12-08T02:22:55.691" v="934"/>
          <ac:spMkLst>
            <pc:docMk/>
            <pc:sldMk cId="2541201245" sldId="275"/>
            <ac:spMk id="9" creationId="{80B99C66-41F2-9FB2-FCD4-08D879F97C01}"/>
          </ac:spMkLst>
        </pc:spChg>
        <pc:spChg chg="mod">
          <ac:chgData name="Angele Blandine Feussi Nguemkam" userId="ee461fa2-c493-4781-8263-cbd932e6c27d" providerId="ADAL" clId="{3A8C267B-DBA7-4918-8845-803DF50AD393}" dt="2025-12-08T02:22:55.691" v="934"/>
          <ac:spMkLst>
            <pc:docMk/>
            <pc:sldMk cId="2541201245" sldId="275"/>
            <ac:spMk id="10" creationId="{89C4B35C-2207-1409-72FE-5D62E60917E8}"/>
          </ac:spMkLst>
        </pc:spChg>
        <pc:spChg chg="mod">
          <ac:chgData name="Angele Blandine Feussi Nguemkam" userId="ee461fa2-c493-4781-8263-cbd932e6c27d" providerId="ADAL" clId="{3A8C267B-DBA7-4918-8845-803DF50AD393}" dt="2025-12-08T02:22:55.691" v="934"/>
          <ac:spMkLst>
            <pc:docMk/>
            <pc:sldMk cId="2541201245" sldId="275"/>
            <ac:spMk id="11" creationId="{A1FA2AA0-E7A7-F405-7CAF-6FC33E1347DD}"/>
          </ac:spMkLst>
        </pc:spChg>
        <pc:spChg chg="mod">
          <ac:chgData name="Angele Blandine Feussi Nguemkam" userId="ee461fa2-c493-4781-8263-cbd932e6c27d" providerId="ADAL" clId="{3A8C267B-DBA7-4918-8845-803DF50AD393}" dt="2025-12-08T02:22:55.691" v="934"/>
          <ac:spMkLst>
            <pc:docMk/>
            <pc:sldMk cId="2541201245" sldId="275"/>
            <ac:spMk id="12" creationId="{1F8E71C8-94F4-3AA8-587E-905B5FE03A71}"/>
          </ac:spMkLst>
        </pc:spChg>
        <pc:spChg chg="mod">
          <ac:chgData name="Angele Blandine Feussi Nguemkam" userId="ee461fa2-c493-4781-8263-cbd932e6c27d" providerId="ADAL" clId="{3A8C267B-DBA7-4918-8845-803DF50AD393}" dt="2025-12-08T02:22:55.691" v="934"/>
          <ac:spMkLst>
            <pc:docMk/>
            <pc:sldMk cId="2541201245" sldId="275"/>
            <ac:spMk id="13" creationId="{4A1E9F2A-3A5F-3541-5B65-4FE755CE4D8E}"/>
          </ac:spMkLst>
        </pc:spChg>
        <pc:spChg chg="mod">
          <ac:chgData name="Angele Blandine Feussi Nguemkam" userId="ee461fa2-c493-4781-8263-cbd932e6c27d" providerId="ADAL" clId="{3A8C267B-DBA7-4918-8845-803DF50AD393}" dt="2025-12-08T02:23:41.302" v="949" actId="207"/>
          <ac:spMkLst>
            <pc:docMk/>
            <pc:sldMk cId="2541201245" sldId="275"/>
            <ac:spMk id="15" creationId="{AA888783-78F7-BCCD-78A0-CCBFCE3D3F64}"/>
          </ac:spMkLst>
        </pc:spChg>
        <pc:spChg chg="mod">
          <ac:chgData name="Angele Blandine Feussi Nguemkam" userId="ee461fa2-c493-4781-8263-cbd932e6c27d" providerId="ADAL" clId="{3A8C267B-DBA7-4918-8845-803DF50AD393}" dt="2025-12-08T02:23:23.609" v="943" actId="403"/>
          <ac:spMkLst>
            <pc:docMk/>
            <pc:sldMk cId="2541201245" sldId="275"/>
            <ac:spMk id="16" creationId="{46670586-5A3A-53E4-5773-4452D19345A0}"/>
          </ac:spMkLst>
        </pc:spChg>
        <pc:spChg chg="mod">
          <ac:chgData name="Angele Blandine Feussi Nguemkam" userId="ee461fa2-c493-4781-8263-cbd932e6c27d" providerId="ADAL" clId="{3A8C267B-DBA7-4918-8845-803DF50AD393}" dt="2025-12-08T02:31:33.746" v="999" actId="6549"/>
          <ac:spMkLst>
            <pc:docMk/>
            <pc:sldMk cId="2541201245" sldId="275"/>
            <ac:spMk id="17" creationId="{995C51FA-25BE-BDD5-8596-A5D62F301BB5}"/>
          </ac:spMkLst>
        </pc:spChg>
        <pc:spChg chg="mod">
          <ac:chgData name="Angele Blandine Feussi Nguemkam" userId="ee461fa2-c493-4781-8263-cbd932e6c27d" providerId="ADAL" clId="{3A8C267B-DBA7-4918-8845-803DF50AD393}" dt="2025-12-08T02:23:23.609" v="943" actId="403"/>
          <ac:spMkLst>
            <pc:docMk/>
            <pc:sldMk cId="2541201245" sldId="275"/>
            <ac:spMk id="18" creationId="{470CDF92-52E9-3DF3-DD04-026AF9BD6303}"/>
          </ac:spMkLst>
        </pc:spChg>
        <pc:spChg chg="mod">
          <ac:chgData name="Angele Blandine Feussi Nguemkam" userId="ee461fa2-c493-4781-8263-cbd932e6c27d" providerId="ADAL" clId="{3A8C267B-DBA7-4918-8845-803DF50AD393}" dt="2025-12-08T02:23:23.609" v="943" actId="403"/>
          <ac:spMkLst>
            <pc:docMk/>
            <pc:sldMk cId="2541201245" sldId="275"/>
            <ac:spMk id="19" creationId="{F2839C7A-D2E0-304E-F641-0702211B2911}"/>
          </ac:spMkLst>
        </pc:spChg>
        <pc:spChg chg="mod">
          <ac:chgData name="Angele Blandine Feussi Nguemkam" userId="ee461fa2-c493-4781-8263-cbd932e6c27d" providerId="ADAL" clId="{3A8C267B-DBA7-4918-8845-803DF50AD393}" dt="2025-12-08T02:23:23.609" v="943" actId="403"/>
          <ac:spMkLst>
            <pc:docMk/>
            <pc:sldMk cId="2541201245" sldId="275"/>
            <ac:spMk id="20" creationId="{50D94DC5-244E-2024-2DCD-8CD054F05DBA}"/>
          </ac:spMkLst>
        </pc:spChg>
        <pc:spChg chg="mod">
          <ac:chgData name="Angele Blandine Feussi Nguemkam" userId="ee461fa2-c493-4781-8263-cbd932e6c27d" providerId="ADAL" clId="{3A8C267B-DBA7-4918-8845-803DF50AD393}" dt="2025-12-08T02:23:23.609" v="943" actId="403"/>
          <ac:spMkLst>
            <pc:docMk/>
            <pc:sldMk cId="2541201245" sldId="275"/>
            <ac:spMk id="21" creationId="{74B07689-CB42-AB8C-8285-D0811A7C6DD5}"/>
          </ac:spMkLst>
        </pc:spChg>
        <pc:spChg chg="del mod">
          <ac:chgData name="Angele Blandine Feussi Nguemkam" userId="ee461fa2-c493-4781-8263-cbd932e6c27d" providerId="ADAL" clId="{3A8C267B-DBA7-4918-8845-803DF50AD393}" dt="2025-12-08T02:24:53.710" v="959" actId="478"/>
          <ac:spMkLst>
            <pc:docMk/>
            <pc:sldMk cId="2541201245" sldId="275"/>
            <ac:spMk id="22" creationId="{48603032-FE19-2DD9-ACAB-17F75850C682}"/>
          </ac:spMkLst>
        </pc:spChg>
        <pc:spChg chg="del mod">
          <ac:chgData name="Angele Blandine Feussi Nguemkam" userId="ee461fa2-c493-4781-8263-cbd932e6c27d" providerId="ADAL" clId="{3A8C267B-DBA7-4918-8845-803DF50AD393}" dt="2025-12-08T02:24:45.569" v="957" actId="478"/>
          <ac:spMkLst>
            <pc:docMk/>
            <pc:sldMk cId="2541201245" sldId="275"/>
            <ac:spMk id="23" creationId="{AB3286CD-2A57-C4BF-28E1-805AFA6CF8C9}"/>
          </ac:spMkLst>
        </pc:spChg>
        <pc:grpChg chg="add mod">
          <ac:chgData name="Angele Blandine Feussi Nguemkam" userId="ee461fa2-c493-4781-8263-cbd932e6c27d" providerId="ADAL" clId="{3A8C267B-DBA7-4918-8845-803DF50AD393}" dt="2025-12-08T02:22:55.691" v="934"/>
          <ac:grpSpMkLst>
            <pc:docMk/>
            <pc:sldMk cId="2541201245" sldId="275"/>
            <ac:grpSpMk id="4" creationId="{3C5B151A-5CB7-F629-8FE1-19384EB3FD95}"/>
          </ac:grpSpMkLst>
        </pc:grpChg>
        <pc:grpChg chg="add mod">
          <ac:chgData name="Angele Blandine Feussi Nguemkam" userId="ee461fa2-c493-4781-8263-cbd932e6c27d" providerId="ADAL" clId="{3A8C267B-DBA7-4918-8845-803DF50AD393}" dt="2025-12-08T02:23:26.918" v="944" actId="14100"/>
          <ac:grpSpMkLst>
            <pc:docMk/>
            <pc:sldMk cId="2541201245" sldId="275"/>
            <ac:grpSpMk id="14" creationId="{6FBED765-DA23-C811-A5D4-4B7BB628C8FB}"/>
          </ac:grpSpMkLst>
        </pc:grpChg>
      </pc:sldChg>
      <pc:sldChg chg="addSp modSp new mod">
        <pc:chgData name="Angele Blandine Feussi Nguemkam" userId="ee461fa2-c493-4781-8263-cbd932e6c27d" providerId="ADAL" clId="{3A8C267B-DBA7-4918-8845-803DF50AD393}" dt="2025-12-08T02:42:45.917" v="1067" actId="27636"/>
        <pc:sldMkLst>
          <pc:docMk/>
          <pc:sldMk cId="1628787326" sldId="276"/>
        </pc:sldMkLst>
        <pc:spChg chg="mod">
          <ac:chgData name="Angele Blandine Feussi Nguemkam" userId="ee461fa2-c493-4781-8263-cbd932e6c27d" providerId="ADAL" clId="{3A8C267B-DBA7-4918-8845-803DF50AD393}" dt="2025-12-08T02:42:45.917" v="1067" actId="27636"/>
          <ac:spMkLst>
            <pc:docMk/>
            <pc:sldMk cId="1628787326" sldId="276"/>
            <ac:spMk id="2" creationId="{816AA9A8-2BB1-19A7-1F59-B2D520C52AD2}"/>
          </ac:spMkLst>
        </pc:spChg>
        <pc:spChg chg="mod">
          <ac:chgData name="Angele Blandine Feussi Nguemkam" userId="ee461fa2-c493-4781-8263-cbd932e6c27d" providerId="ADAL" clId="{3A8C267B-DBA7-4918-8845-803DF50AD393}" dt="2025-12-08T02:42:23.049" v="1065" actId="14100"/>
          <ac:spMkLst>
            <pc:docMk/>
            <pc:sldMk cId="1628787326" sldId="276"/>
            <ac:spMk id="3" creationId="{4939AD66-00BD-73E6-473A-7B45DCEC3F0B}"/>
          </ac:spMkLst>
        </pc:spChg>
        <pc:picChg chg="add mod">
          <ac:chgData name="Angele Blandine Feussi Nguemkam" userId="ee461fa2-c493-4781-8263-cbd932e6c27d" providerId="ADAL" clId="{3A8C267B-DBA7-4918-8845-803DF50AD393}" dt="2025-12-08T02:42:15.032" v="1063" actId="1076"/>
          <ac:picMkLst>
            <pc:docMk/>
            <pc:sldMk cId="1628787326" sldId="276"/>
            <ac:picMk id="5" creationId="{36636B80-AC87-1C49-6CCC-4EE855CC4814}"/>
          </ac:picMkLst>
        </pc:picChg>
      </pc:sldChg>
      <pc:sldChg chg="addSp delSp modSp add mod">
        <pc:chgData name="Angele Blandine Feussi Nguemkam" userId="ee461fa2-c493-4781-8263-cbd932e6c27d" providerId="ADAL" clId="{3A8C267B-DBA7-4918-8845-803DF50AD393}" dt="2025-12-08T02:33:11.829" v="1008" actId="1076"/>
        <pc:sldMkLst>
          <pc:docMk/>
          <pc:sldMk cId="2997105050" sldId="277"/>
        </pc:sldMkLst>
        <pc:spChg chg="add mod">
          <ac:chgData name="Angele Blandine Feussi Nguemkam" userId="ee461fa2-c493-4781-8263-cbd932e6c27d" providerId="ADAL" clId="{3A8C267B-DBA7-4918-8845-803DF50AD393}" dt="2025-12-08T02:27:51.048" v="989" actId="20577"/>
          <ac:spMkLst>
            <pc:docMk/>
            <pc:sldMk cId="2997105050" sldId="277"/>
            <ac:spMk id="4" creationId="{8788FB9D-65A9-CD1A-3AA2-5A77D5A31AA9}"/>
          </ac:spMkLst>
        </pc:spChg>
        <pc:spChg chg="add mod">
          <ac:chgData name="Angele Blandine Feussi Nguemkam" userId="ee461fa2-c493-4781-8263-cbd932e6c27d" providerId="ADAL" clId="{3A8C267B-DBA7-4918-8845-803DF50AD393}" dt="2025-12-08T02:27:28.807" v="983" actId="113"/>
          <ac:spMkLst>
            <pc:docMk/>
            <pc:sldMk cId="2997105050" sldId="277"/>
            <ac:spMk id="6" creationId="{874B2B99-E81A-E69F-30EA-CB52088A3A81}"/>
          </ac:spMkLst>
        </pc:spChg>
        <pc:spChg chg="add del mod">
          <ac:chgData name="Angele Blandine Feussi Nguemkam" userId="ee461fa2-c493-4781-8263-cbd932e6c27d" providerId="ADAL" clId="{3A8C267B-DBA7-4918-8845-803DF50AD393}" dt="2025-12-08T02:33:01.378" v="1002" actId="478"/>
          <ac:spMkLst>
            <pc:docMk/>
            <pc:sldMk cId="2997105050" sldId="277"/>
            <ac:spMk id="11" creationId="{47297D2F-1767-108E-C9C7-ECFED5C5A6F1}"/>
          </ac:spMkLst>
        </pc:spChg>
        <pc:grpChg chg="del">
          <ac:chgData name="Angele Blandine Feussi Nguemkam" userId="ee461fa2-c493-4781-8263-cbd932e6c27d" providerId="ADAL" clId="{3A8C267B-DBA7-4918-8845-803DF50AD393}" dt="2025-12-08T02:25:34.369" v="962" actId="478"/>
          <ac:grpSpMkLst>
            <pc:docMk/>
            <pc:sldMk cId="2997105050" sldId="277"/>
            <ac:grpSpMk id="14" creationId="{9B7D9113-7927-D20E-4970-088A408332A8}"/>
          </ac:grpSpMkLst>
        </pc:grpChg>
        <pc:picChg chg="add del mod">
          <ac:chgData name="Angele Blandine Feussi Nguemkam" userId="ee461fa2-c493-4781-8263-cbd932e6c27d" providerId="ADAL" clId="{3A8C267B-DBA7-4918-8845-803DF50AD393}" dt="2025-12-08T02:30:59.034" v="994" actId="478"/>
          <ac:picMkLst>
            <pc:docMk/>
            <pc:sldMk cId="2997105050" sldId="277"/>
            <ac:picMk id="8" creationId="{D1C8A1C7-3223-D12D-F228-1A15B9ECD8A7}"/>
          </ac:picMkLst>
        </pc:picChg>
        <pc:picChg chg="add del mod">
          <ac:chgData name="Angele Blandine Feussi Nguemkam" userId="ee461fa2-c493-4781-8263-cbd932e6c27d" providerId="ADAL" clId="{3A8C267B-DBA7-4918-8845-803DF50AD393}" dt="2025-12-08T02:32:56.777" v="1001" actId="478"/>
          <ac:picMkLst>
            <pc:docMk/>
            <pc:sldMk cId="2997105050" sldId="277"/>
            <ac:picMk id="9" creationId="{52CCA04B-A6DD-CCEB-603F-495D56207915}"/>
          </ac:picMkLst>
        </pc:picChg>
        <pc:picChg chg="add mod">
          <ac:chgData name="Angele Blandine Feussi Nguemkam" userId="ee461fa2-c493-4781-8263-cbd932e6c27d" providerId="ADAL" clId="{3A8C267B-DBA7-4918-8845-803DF50AD393}" dt="2025-12-08T02:33:11.829" v="1008" actId="1076"/>
          <ac:picMkLst>
            <pc:docMk/>
            <pc:sldMk cId="2997105050" sldId="277"/>
            <ac:picMk id="13" creationId="{75BE976F-D4DF-386B-63E3-0878AE9823B6}"/>
          </ac:picMkLst>
        </pc:picChg>
      </pc:sldChg>
      <pc:sldChg chg="addSp delSp modSp add del mod">
        <pc:chgData name="Angele Blandine Feussi Nguemkam" userId="ee461fa2-c493-4781-8263-cbd932e6c27d" providerId="ADAL" clId="{3A8C267B-DBA7-4918-8845-803DF50AD393}" dt="2025-12-08T02:54:43.084" v="1138" actId="47"/>
        <pc:sldMkLst>
          <pc:docMk/>
          <pc:sldMk cId="4279481546" sldId="278"/>
        </pc:sldMkLst>
        <pc:spChg chg="del mod">
          <ac:chgData name="Angele Blandine Feussi Nguemkam" userId="ee461fa2-c493-4781-8263-cbd932e6c27d" providerId="ADAL" clId="{3A8C267B-DBA7-4918-8845-803DF50AD393}" dt="2025-12-08T02:44:50.324" v="1072" actId="478"/>
          <ac:spMkLst>
            <pc:docMk/>
            <pc:sldMk cId="4279481546" sldId="278"/>
            <ac:spMk id="10" creationId="{A228F8C1-874C-4261-E227-E3BF13347503}"/>
          </ac:spMkLst>
        </pc:spChg>
        <pc:spChg chg="del">
          <ac:chgData name="Angele Blandine Feussi Nguemkam" userId="ee461fa2-c493-4781-8263-cbd932e6c27d" providerId="ADAL" clId="{3A8C267B-DBA7-4918-8845-803DF50AD393}" dt="2025-12-08T02:44:43.871" v="1070" actId="478"/>
          <ac:spMkLst>
            <pc:docMk/>
            <pc:sldMk cId="4279481546" sldId="278"/>
            <ac:spMk id="11" creationId="{7257E931-6A7C-AF4B-5726-237CA15BF539}"/>
          </ac:spMkLst>
        </pc:spChg>
        <pc:spChg chg="del">
          <ac:chgData name="Angele Blandine Feussi Nguemkam" userId="ee461fa2-c493-4781-8263-cbd932e6c27d" providerId="ADAL" clId="{3A8C267B-DBA7-4918-8845-803DF50AD393}" dt="2025-12-08T02:44:40.455" v="1069" actId="478"/>
          <ac:spMkLst>
            <pc:docMk/>
            <pc:sldMk cId="4279481546" sldId="278"/>
            <ac:spMk id="12" creationId="{8D2BD89E-E6CA-F542-10C8-3329FBDFAC5B}"/>
          </ac:spMkLst>
        </pc:spChg>
        <pc:spChg chg="add del">
          <ac:chgData name="Angele Blandine Feussi Nguemkam" userId="ee461fa2-c493-4781-8263-cbd932e6c27d" providerId="ADAL" clId="{3A8C267B-DBA7-4918-8845-803DF50AD393}" dt="2025-12-08T02:45:34.951" v="1076" actId="21"/>
          <ac:spMkLst>
            <pc:docMk/>
            <pc:sldMk cId="4279481546" sldId="278"/>
            <ac:spMk id="23" creationId="{62CC3DF2-57A6-DF4F-C924-2B43721467B6}"/>
          </ac:spMkLst>
        </pc:spChg>
        <pc:spChg chg="mod">
          <ac:chgData name="Angele Blandine Feussi Nguemkam" userId="ee461fa2-c493-4781-8263-cbd932e6c27d" providerId="ADAL" clId="{3A8C267B-DBA7-4918-8845-803DF50AD393}" dt="2025-12-08T02:53:10.915" v="1126" actId="164"/>
          <ac:spMkLst>
            <pc:docMk/>
            <pc:sldMk cId="4279481546" sldId="278"/>
            <ac:spMk id="30" creationId="{F72A15A3-1164-19B9-DC13-54611FEAB10F}"/>
          </ac:spMkLst>
        </pc:spChg>
        <pc:spChg chg="mod">
          <ac:chgData name="Angele Blandine Feussi Nguemkam" userId="ee461fa2-c493-4781-8263-cbd932e6c27d" providerId="ADAL" clId="{3A8C267B-DBA7-4918-8845-803DF50AD393}" dt="2025-12-08T02:53:10.915" v="1126" actId="164"/>
          <ac:spMkLst>
            <pc:docMk/>
            <pc:sldMk cId="4279481546" sldId="278"/>
            <ac:spMk id="31" creationId="{7E35E66F-7EA2-55B3-D3D5-08153CF2ADCB}"/>
          </ac:spMkLst>
        </pc:spChg>
        <pc:grpChg chg="add mod">
          <ac:chgData name="Angele Blandine Feussi Nguemkam" userId="ee461fa2-c493-4781-8263-cbd932e6c27d" providerId="ADAL" clId="{3A8C267B-DBA7-4918-8845-803DF50AD393}" dt="2025-12-08T02:53:10.915" v="1126" actId="164"/>
          <ac:grpSpMkLst>
            <pc:docMk/>
            <pc:sldMk cId="4279481546" sldId="278"/>
            <ac:grpSpMk id="24" creationId="{DAF25A6E-7B7B-2267-86F4-51F477EF49CD}"/>
          </ac:grpSpMkLst>
        </pc:grpChg>
        <pc:picChg chg="mod">
          <ac:chgData name="Angele Blandine Feussi Nguemkam" userId="ee461fa2-c493-4781-8263-cbd932e6c27d" providerId="ADAL" clId="{3A8C267B-DBA7-4918-8845-803DF50AD393}" dt="2025-12-08T02:53:10.915" v="1126" actId="164"/>
          <ac:picMkLst>
            <pc:docMk/>
            <pc:sldMk cId="4279481546" sldId="278"/>
            <ac:picMk id="2" creationId="{CF9960C6-7228-2681-7492-0150A6586EFE}"/>
          </ac:picMkLst>
        </pc:picChg>
      </pc:sldChg>
      <pc:sldChg chg="new del">
        <pc:chgData name="Angele Blandine Feussi Nguemkam" userId="ee461fa2-c493-4781-8263-cbd932e6c27d" providerId="ADAL" clId="{3A8C267B-DBA7-4918-8845-803DF50AD393}" dt="2025-12-08T02:55:01.788" v="1141" actId="47"/>
        <pc:sldMkLst>
          <pc:docMk/>
          <pc:sldMk cId="858372120" sldId="279"/>
        </pc:sldMkLst>
      </pc:sldChg>
      <pc:sldChg chg="new del">
        <pc:chgData name="Angele Blandine Feussi Nguemkam" userId="ee461fa2-c493-4781-8263-cbd932e6c27d" providerId="ADAL" clId="{3A8C267B-DBA7-4918-8845-803DF50AD393}" dt="2025-12-08T02:54:46.643" v="1139" actId="47"/>
        <pc:sldMkLst>
          <pc:docMk/>
          <pc:sldMk cId="1100733248" sldId="280"/>
        </pc:sldMkLst>
      </pc:sldChg>
      <pc:sldChg chg="addSp delSp modSp new add del mod ord">
        <pc:chgData name="Angele Blandine Feussi Nguemkam" userId="ee461fa2-c493-4781-8263-cbd932e6c27d" providerId="ADAL" clId="{3A8C267B-DBA7-4918-8845-803DF50AD393}" dt="2025-12-08T17:17:13.249" v="1382"/>
        <pc:sldMkLst>
          <pc:docMk/>
          <pc:sldMk cId="181892788" sldId="281"/>
        </pc:sldMkLst>
        <pc:spChg chg="mod">
          <ac:chgData name="Angele Blandine Feussi Nguemkam" userId="ee461fa2-c493-4781-8263-cbd932e6c27d" providerId="ADAL" clId="{3A8C267B-DBA7-4918-8845-803DF50AD393}" dt="2025-12-08T02:54:30.005" v="1137" actId="242"/>
          <ac:spMkLst>
            <pc:docMk/>
            <pc:sldMk cId="181892788" sldId="281"/>
            <ac:spMk id="2" creationId="{68D3A7E3-B3C4-A9A1-DDD7-E0665C796762}"/>
          </ac:spMkLst>
        </pc:spChg>
        <pc:spChg chg="del mod">
          <ac:chgData name="Angele Blandine Feussi Nguemkam" userId="ee461fa2-c493-4781-8263-cbd932e6c27d" providerId="ADAL" clId="{3A8C267B-DBA7-4918-8845-803DF50AD393}" dt="2025-12-08T02:46:02.739" v="1082"/>
          <ac:spMkLst>
            <pc:docMk/>
            <pc:sldMk cId="181892788" sldId="281"/>
            <ac:spMk id="3" creationId="{E19DF1C9-1940-46F0-A20C-9C5539A17AB8}"/>
          </ac:spMkLst>
        </pc:spChg>
        <pc:spChg chg="add del mod">
          <ac:chgData name="Angele Blandine Feussi Nguemkam" userId="ee461fa2-c493-4781-8263-cbd932e6c27d" providerId="ADAL" clId="{3A8C267B-DBA7-4918-8845-803DF50AD393}" dt="2025-12-08T02:51:26.914" v="1115" actId="478"/>
          <ac:spMkLst>
            <pc:docMk/>
            <pc:sldMk cId="181892788" sldId="281"/>
            <ac:spMk id="5" creationId="{031488FA-24C1-C17B-6503-BF1A8C2F3DE0}"/>
          </ac:spMkLst>
        </pc:spChg>
        <pc:spChg chg="add del mod">
          <ac:chgData name="Angele Blandine Feussi Nguemkam" userId="ee461fa2-c493-4781-8263-cbd932e6c27d" providerId="ADAL" clId="{3A8C267B-DBA7-4918-8845-803DF50AD393}" dt="2025-12-08T02:53:45.621" v="1127" actId="478"/>
          <ac:spMkLst>
            <pc:docMk/>
            <pc:sldMk cId="181892788" sldId="281"/>
            <ac:spMk id="7" creationId="{531B02A2-70DA-749E-4F57-4DEE63CA05B5}"/>
          </ac:spMkLst>
        </pc:spChg>
        <pc:spChg chg="add mod">
          <ac:chgData name="Angele Blandine Feussi Nguemkam" userId="ee461fa2-c493-4781-8263-cbd932e6c27d" providerId="ADAL" clId="{3A8C267B-DBA7-4918-8845-803DF50AD393}" dt="2025-12-08T02:54:10.941" v="1133" actId="1076"/>
          <ac:spMkLst>
            <pc:docMk/>
            <pc:sldMk cId="181892788" sldId="281"/>
            <ac:spMk id="9" creationId="{CAD9A4EC-9BE1-E5F4-D2DD-157FE8083D0C}"/>
          </ac:spMkLst>
        </pc:spChg>
        <pc:spChg chg="add mod">
          <ac:chgData name="Angele Blandine Feussi Nguemkam" userId="ee461fa2-c493-4781-8263-cbd932e6c27d" providerId="ADAL" clId="{3A8C267B-DBA7-4918-8845-803DF50AD393}" dt="2025-12-08T02:52:05.390" v="1122" actId="1076"/>
          <ac:spMkLst>
            <pc:docMk/>
            <pc:sldMk cId="181892788" sldId="281"/>
            <ac:spMk id="23" creationId="{62CC3DF2-57A6-DF4F-C924-2B43721467B6}"/>
          </ac:spMkLst>
        </pc:spChg>
        <pc:picChg chg="add mod">
          <ac:chgData name="Angele Blandine Feussi Nguemkam" userId="ee461fa2-c493-4781-8263-cbd932e6c27d" providerId="ADAL" clId="{3A8C267B-DBA7-4918-8845-803DF50AD393}" dt="2025-12-08T02:54:13.373" v="1134" actId="1076"/>
          <ac:picMkLst>
            <pc:docMk/>
            <pc:sldMk cId="181892788" sldId="281"/>
            <ac:picMk id="6" creationId="{BD3ECE65-C911-96D9-C034-27FDE8425BB5}"/>
          </ac:picMkLst>
        </pc:picChg>
      </pc:sldChg>
      <pc:sldChg chg="modSp add mod">
        <pc:chgData name="Angele Blandine Feussi Nguemkam" userId="ee461fa2-c493-4781-8263-cbd932e6c27d" providerId="ADAL" clId="{3A8C267B-DBA7-4918-8845-803DF50AD393}" dt="2025-12-08T03:06:23.521" v="1170" actId="20577"/>
        <pc:sldMkLst>
          <pc:docMk/>
          <pc:sldMk cId="0" sldId="282"/>
        </pc:sldMkLst>
        <pc:spChg chg="mod">
          <ac:chgData name="Angele Blandine Feussi Nguemkam" userId="ee461fa2-c493-4781-8263-cbd932e6c27d" providerId="ADAL" clId="{3A8C267B-DBA7-4918-8845-803DF50AD393}" dt="2025-12-08T03:06:23.521" v="1170" actId="20577"/>
          <ac:spMkLst>
            <pc:docMk/>
            <pc:sldMk cId="0" sldId="282"/>
            <ac:spMk id="3" creationId="{00000000-0000-0000-0000-000000000000}"/>
          </ac:spMkLst>
        </pc:spChg>
      </pc:sldChg>
      <pc:sldChg chg="new del">
        <pc:chgData name="Angele Blandine Feussi Nguemkam" userId="ee461fa2-c493-4781-8263-cbd932e6c27d" providerId="ADAL" clId="{3A8C267B-DBA7-4918-8845-803DF50AD393}" dt="2025-12-08T03:05:22.541" v="1148" actId="47"/>
        <pc:sldMkLst>
          <pc:docMk/>
          <pc:sldMk cId="4200289330" sldId="282"/>
        </pc:sldMkLst>
      </pc:sldChg>
      <pc:sldChg chg="modSp new del mod ord">
        <pc:chgData name="Angele Blandine Feussi Nguemkam" userId="ee461fa2-c493-4781-8263-cbd932e6c27d" providerId="ADAL" clId="{3A8C267B-DBA7-4918-8845-803DF50AD393}" dt="2025-12-08T03:07:37.441" v="1226" actId="47"/>
        <pc:sldMkLst>
          <pc:docMk/>
          <pc:sldMk cId="3289767662" sldId="283"/>
        </pc:sldMkLst>
        <pc:spChg chg="mod">
          <ac:chgData name="Angele Blandine Feussi Nguemkam" userId="ee461fa2-c493-4781-8263-cbd932e6c27d" providerId="ADAL" clId="{3A8C267B-DBA7-4918-8845-803DF50AD393}" dt="2025-12-08T03:05:26.344" v="1149" actId="5793"/>
          <ac:spMkLst>
            <pc:docMk/>
            <pc:sldMk cId="3289767662" sldId="283"/>
            <ac:spMk id="3" creationId="{508482C6-D1A1-340F-789D-55B5892CF986}"/>
          </ac:spMkLst>
        </pc:spChg>
      </pc:sldChg>
      <pc:sldChg chg="modSp add mod">
        <pc:chgData name="Angele Blandine Feussi Nguemkam" userId="ee461fa2-c493-4781-8263-cbd932e6c27d" providerId="ADAL" clId="{3A8C267B-DBA7-4918-8845-803DF50AD393}" dt="2025-12-08T03:07:29.637" v="1225" actId="5793"/>
        <pc:sldMkLst>
          <pc:docMk/>
          <pc:sldMk cId="111562981" sldId="284"/>
        </pc:sldMkLst>
        <pc:spChg chg="mod">
          <ac:chgData name="Angele Blandine Feussi Nguemkam" userId="ee461fa2-c493-4781-8263-cbd932e6c27d" providerId="ADAL" clId="{3A8C267B-DBA7-4918-8845-803DF50AD393}" dt="2025-12-08T03:06:55.412" v="1195"/>
          <ac:spMkLst>
            <pc:docMk/>
            <pc:sldMk cId="111562981" sldId="284"/>
            <ac:spMk id="2" creationId="{1D421676-7D1E-0F1E-6A74-11D1141618A3}"/>
          </ac:spMkLst>
        </pc:spChg>
        <pc:spChg chg="mod">
          <ac:chgData name="Angele Blandine Feussi Nguemkam" userId="ee461fa2-c493-4781-8263-cbd932e6c27d" providerId="ADAL" clId="{3A8C267B-DBA7-4918-8845-803DF50AD393}" dt="2025-12-08T03:07:29.637" v="1225" actId="5793"/>
          <ac:spMkLst>
            <pc:docMk/>
            <pc:sldMk cId="111562981" sldId="284"/>
            <ac:spMk id="3" creationId="{F0C16C8A-D146-65C8-D6A3-6BFA8181CBF2}"/>
          </ac:spMkLst>
        </pc:spChg>
      </pc:sldChg>
      <pc:sldChg chg="add">
        <pc:chgData name="Angele Blandine Feussi Nguemkam" userId="ee461fa2-c493-4781-8263-cbd932e6c27d" providerId="ADAL" clId="{3A8C267B-DBA7-4918-8845-803DF50AD393}" dt="2025-12-08T17:16:42.352" v="1380"/>
        <pc:sldMkLst>
          <pc:docMk/>
          <pc:sldMk cId="3284436613" sldId="285"/>
        </pc:sldMkLst>
      </pc:sldChg>
      <pc:sldChg chg="add">
        <pc:chgData name="Angele Blandine Feussi Nguemkam" userId="ee461fa2-c493-4781-8263-cbd932e6c27d" providerId="ADAL" clId="{3A8C267B-DBA7-4918-8845-803DF50AD393}" dt="2025-12-08T17:16:55.763" v="1381"/>
        <pc:sldMkLst>
          <pc:docMk/>
          <pc:sldMk cId="1294154622" sldId="286"/>
        </pc:sldMkLst>
      </pc:sldChg>
      <pc:sldMasterChg chg="del delSldLayout">
        <pc:chgData name="Angele Blandine Feussi Nguemkam" userId="ee461fa2-c493-4781-8263-cbd932e6c27d" providerId="ADAL" clId="{3A8C267B-DBA7-4918-8845-803DF50AD393}" dt="2025-12-07T20:13:01.684" v="7" actId="47"/>
        <pc:sldMasterMkLst>
          <pc:docMk/>
          <pc:sldMasterMk cId="372391973" sldId="2147483648"/>
        </pc:sldMasterMkLst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181696415" sldId="2147483649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3967828874" sldId="2147483650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326596003" sldId="2147483651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1024700183" sldId="2147483652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1136062404" sldId="2147483653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3940274653" sldId="2147483654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708271798" sldId="2147483655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3574359370" sldId="2147483656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2688371178" sldId="2147483657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2941941483" sldId="2147483658"/>
          </pc:sldLayoutMkLst>
        </pc:sldLayoutChg>
        <pc:sldLayoutChg chg="del">
          <pc:chgData name="Angele Blandine Feussi Nguemkam" userId="ee461fa2-c493-4781-8263-cbd932e6c27d" providerId="ADAL" clId="{3A8C267B-DBA7-4918-8845-803DF50AD393}" dt="2025-12-07T20:13:01.684" v="7" actId="47"/>
          <pc:sldLayoutMkLst>
            <pc:docMk/>
            <pc:sldMasterMk cId="372391973" sldId="2147483648"/>
            <pc:sldLayoutMk cId="804037729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2B51B-C342-42C1-8CBD-6FDD08AF2EDA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53F27-D14E-4893-BAD2-F62E1CB57B5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5498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64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237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79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69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82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24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808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64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76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0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33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48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12C8B-2978-4F1E-AA68-6EF8144A9D77}" type="datetimeFigureOut">
              <a:rPr lang="fr-CA" smtClean="0"/>
              <a:t>2025-12-08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8736F0D-7D8F-4D54-A137-1300CDA0415F}" type="slidenum">
              <a:rPr lang="fr-CA" smtClean="0"/>
              <a:t>‹N°›</a:t>
            </a:fld>
            <a:endParaRPr lang="fr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91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506F9-64F2-2CD0-88B6-8B103B331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3" y="770467"/>
            <a:ext cx="11155877" cy="242501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solidFill>
                  <a:srgbClr val="333333"/>
                </a:solidFill>
              </a:rPr>
              <a:t>Analyse</a:t>
            </a:r>
            <a:r>
              <a:rPr lang="en-US" sz="4800" b="1" dirty="0">
                <a:solidFill>
                  <a:srgbClr val="333333"/>
                </a:solidFill>
              </a:rPr>
              <a:t> du Risque de Crédit: </a:t>
            </a:r>
            <a:br>
              <a:rPr lang="en-US" sz="4800" b="1" dirty="0">
                <a:solidFill>
                  <a:srgbClr val="333333"/>
                </a:solidFill>
              </a:rPr>
            </a:br>
            <a:r>
              <a:rPr lang="en-US" sz="4800" b="1" kern="0" spc="-1" dirty="0" err="1">
                <a:solidFill>
                  <a:srgbClr val="1A1A1A"/>
                </a:solidFill>
              </a:rPr>
              <a:t>Prédiction</a:t>
            </a:r>
            <a:r>
              <a:rPr lang="en-US" sz="4800" b="1" kern="0" spc="-1" dirty="0">
                <a:solidFill>
                  <a:srgbClr val="1A1A1A"/>
                </a:solidFill>
              </a:rPr>
              <a:t> du </a:t>
            </a:r>
            <a:r>
              <a:rPr lang="en-US" sz="4800" b="1" kern="0" spc="-1" dirty="0" err="1">
                <a:solidFill>
                  <a:srgbClr val="1A1A1A"/>
                </a:solidFill>
              </a:rPr>
              <a:t>Défaut</a:t>
            </a:r>
            <a:r>
              <a:rPr lang="en-US" sz="4800" b="1" kern="0" spc="-1" dirty="0">
                <a:solidFill>
                  <a:srgbClr val="1A1A1A"/>
                </a:solidFill>
              </a:rPr>
              <a:t> de Paiement</a:t>
            </a:r>
            <a:endParaRPr lang="fr-CA" sz="4000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F7A7ED-18F5-EF12-6F37-C4148C74B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834" y="3429000"/>
            <a:ext cx="9228201" cy="1645920"/>
          </a:xfrm>
        </p:spPr>
        <p:txBody>
          <a:bodyPr>
            <a:normAutofit fontScale="47500" lnSpcReduction="20000"/>
          </a:bodyPr>
          <a:lstStyle/>
          <a:p>
            <a:r>
              <a:rPr lang="fr-CA" dirty="0"/>
              <a:t>Présenté  par:</a:t>
            </a:r>
          </a:p>
          <a:p>
            <a:r>
              <a:rPr lang="fr-CA" b="1" dirty="0"/>
              <a:t>Angele Blandine Feussi Nguemkam</a:t>
            </a:r>
          </a:p>
          <a:p>
            <a:r>
              <a:rPr lang="en-CA" b="1" dirty="0"/>
              <a:t>Thierry Pascal Zokou Tchokonthe</a:t>
            </a:r>
          </a:p>
          <a:p>
            <a:r>
              <a:rPr lang="en-CA" sz="1900" b="1" dirty="0"/>
              <a:t>Willy </a:t>
            </a:r>
            <a:r>
              <a:rPr lang="en-CA" sz="1900" b="1" dirty="0" err="1"/>
              <a:t>Stanlin</a:t>
            </a:r>
            <a:r>
              <a:rPr lang="en-CA" sz="1900" b="1" dirty="0"/>
              <a:t> </a:t>
            </a:r>
            <a:r>
              <a:rPr lang="en-CA" sz="1900" b="1" dirty="0" err="1"/>
              <a:t>Taguedong</a:t>
            </a:r>
            <a:endParaRPr lang="en-CA" sz="1900" b="1" dirty="0"/>
          </a:p>
          <a:p>
            <a:r>
              <a:rPr lang="en-CA" sz="1900" b="1" dirty="0"/>
              <a:t>- Sorel Aniel Fotsing Mba</a:t>
            </a:r>
          </a:p>
          <a:p>
            <a:r>
              <a:rPr lang="en-CA" dirty="0"/>
              <a:t>              </a:t>
            </a:r>
          </a:p>
          <a:p>
            <a:endParaRPr lang="en-CA" b="1" dirty="0"/>
          </a:p>
          <a:p>
            <a:endParaRPr lang="en-CA" b="1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F69F600D-24C7-C685-9B13-8339A6D01911}"/>
              </a:ext>
            </a:extLst>
          </p:cNvPr>
          <p:cNvSpPr txBox="1"/>
          <p:nvPr/>
        </p:nvSpPr>
        <p:spPr>
          <a:xfrm>
            <a:off x="8947356" y="5472395"/>
            <a:ext cx="2812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Exploration des données</a:t>
            </a: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565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23971-1E39-AF9A-64EC-C7CAA917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CA" sz="5800" dirty="0"/>
              <a:t>Plan</a:t>
            </a:r>
            <a:r>
              <a:rPr lang="fr-CA" dirty="0"/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202A0A9-65E9-5A31-EEFD-D885E49029C6}"/>
              </a:ext>
            </a:extLst>
          </p:cNvPr>
          <p:cNvSpPr txBox="1"/>
          <p:nvPr/>
        </p:nvSpPr>
        <p:spPr>
          <a:xfrm>
            <a:off x="1137146" y="1741437"/>
            <a:ext cx="96032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kern="0" spc="-1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Contexte</a:t>
            </a:r>
            <a:r>
              <a:rPr lang="en-US" sz="2800" kern="0" spc="-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fr-FR" sz="2800" kern="0" spc="-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 du </a:t>
            </a:r>
            <a:r>
              <a:rPr lang="fr-F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Détection &amp; traitement des incohérences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Analyse univariée &amp; Analyse bivariée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en Composantes Principales (ACP)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kern="0" spc="-1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</a:t>
            </a:r>
            <a:r>
              <a:rPr lang="en-US" sz="2800" kern="0" spc="-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kern="0" spc="-1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Factorielle</a:t>
            </a:r>
            <a:r>
              <a:rPr lang="en-US" sz="2800" kern="0" spc="-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 </a:t>
            </a:r>
            <a:r>
              <a:rPr lang="en-US" sz="2800" kern="0" spc="-1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Correspondances</a:t>
            </a:r>
            <a:r>
              <a:rPr lang="en-US" sz="2800" kern="0" spc="-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(AFC)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kern="0" spc="-1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</a:t>
            </a:r>
            <a:r>
              <a:rPr lang="en-US" sz="2800" kern="0" spc="-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 </a:t>
            </a:r>
            <a:r>
              <a:rPr lang="en-US" sz="2800" kern="0" spc="-1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Correspondances</a:t>
            </a:r>
            <a:r>
              <a:rPr lang="en-US" sz="2800" kern="0" spc="-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Multiples(ACM)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des clients (Clustering)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&amp; Recommandations </a:t>
            </a:r>
          </a:p>
        </p:txBody>
      </p:sp>
    </p:spTree>
    <p:extLst>
      <p:ext uri="{BB962C8B-B14F-4D97-AF65-F5344CB8AC3E}">
        <p14:creationId xmlns:p14="http://schemas.microsoft.com/office/powerpoint/2010/main" val="531073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ED00A-CB73-0F54-C9E8-0D78F892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235CD8-49CC-63B6-D8EC-1BE42CA2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>
              <a:lnSpc>
                <a:spcPts val="3200"/>
              </a:lnSpc>
            </a:pPr>
            <a:r>
              <a:rPr lang="en-US" b="1" kern="0" spc="-1" dirty="0">
                <a:solidFill>
                  <a:srgbClr val="1A1A1A"/>
                </a:solidFill>
              </a:rPr>
              <a:t>Contexte et </a:t>
            </a:r>
            <a:r>
              <a:rPr lang="fr-FR" b="1" kern="0" spc="-1" dirty="0">
                <a:solidFill>
                  <a:srgbClr val="1A1A1A"/>
                </a:solidFill>
              </a:rPr>
              <a:t>Objectifs </a:t>
            </a:r>
            <a:endParaRPr lang="en-US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84A150B3-B26A-52DD-7EB2-C122AC261957}"/>
              </a:ext>
            </a:extLst>
          </p:cNvPr>
          <p:cNvSpPr/>
          <p:nvPr/>
        </p:nvSpPr>
        <p:spPr>
          <a:xfrm>
            <a:off x="580104" y="1948409"/>
            <a:ext cx="4365522" cy="362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fr-CA" b="1" kern="0" spc="1" noProof="0" dirty="0">
                <a:solidFill>
                  <a:srgbClr val="D93025"/>
                </a:solidFill>
              </a:rPr>
              <a:t>Contexte</a:t>
            </a:r>
            <a:endParaRPr lang="fr-CA" noProof="0" dirty="0">
              <a:solidFill>
                <a:srgbClr val="333333"/>
              </a:solidFill>
              <a:latin typeface="Calibri" panose="020F0502020204030204"/>
            </a:endParaRPr>
          </a:p>
          <a:p>
            <a:pPr algn="just"/>
            <a:r>
              <a:rPr lang="fr-CA" noProof="0" dirty="0">
                <a:solidFill>
                  <a:srgbClr val="333333"/>
                </a:solidFill>
                <a:latin typeface="Calibri" panose="020F0502020204030204"/>
              </a:rPr>
              <a:t>Cette analyse porte sur </a:t>
            </a:r>
            <a:r>
              <a:rPr lang="fr-CA" b="1" noProof="0" dirty="0">
                <a:solidFill>
                  <a:srgbClr val="333333"/>
                </a:solidFill>
                <a:latin typeface="Calibri" panose="020F0502020204030204"/>
              </a:rPr>
              <a:t>30 000 clients</a:t>
            </a:r>
            <a:r>
              <a:rPr lang="fr-CA" noProof="0" dirty="0">
                <a:solidFill>
                  <a:srgbClr val="333333"/>
                </a:solidFill>
                <a:latin typeface="Calibri" panose="020F0502020204030204"/>
              </a:rPr>
              <a:t> de cartes de crédit à Taïwan sur la période d'avril à septembre 2005.</a:t>
            </a:r>
          </a:p>
          <a:p>
            <a:pPr algn="just"/>
            <a:endParaRPr lang="fr-CA" noProof="0" dirty="0">
              <a:solidFill>
                <a:srgbClr val="333333"/>
              </a:solidFill>
              <a:latin typeface="Calibri" panose="020F0502020204030204"/>
            </a:endParaRPr>
          </a:p>
          <a:p>
            <a:pPr algn="just"/>
            <a:r>
              <a:rPr lang="fr-CA" noProof="0" dirty="0">
                <a:solidFill>
                  <a:srgbClr val="333333"/>
                </a:solidFill>
                <a:latin typeface="Calibri" panose="020F0502020204030204"/>
              </a:rPr>
              <a:t>L'ensemble de données comprend des informations démographiques, des données </a:t>
            </a:r>
            <a:r>
              <a:rPr lang="en-CA" dirty="0" err="1"/>
              <a:t>financières</a:t>
            </a:r>
            <a:r>
              <a:rPr lang="fr-CA" noProof="0" dirty="0">
                <a:solidFill>
                  <a:srgbClr val="333333"/>
                </a:solidFill>
                <a:latin typeface="Calibri" panose="020F0502020204030204"/>
              </a:rPr>
              <a:t>, </a:t>
            </a:r>
            <a:r>
              <a:rPr lang="fr-FR" dirty="0"/>
              <a:t>l’historique des retards de paiement sur six mois consécutifs.</a:t>
            </a:r>
          </a:p>
          <a:p>
            <a:pPr algn="just"/>
            <a:r>
              <a:rPr lang="fr-FR" dirty="0"/>
              <a:t>Ces informations permettent d’évaluer le profil de risque des clients et leurs comportements de paiement.</a:t>
            </a:r>
          </a:p>
          <a:p>
            <a:pPr algn="just"/>
            <a:endParaRPr lang="fr-CA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BED445A7-F54B-1EC8-BBBB-E6E9F4824F0C}"/>
              </a:ext>
            </a:extLst>
          </p:cNvPr>
          <p:cNvSpPr/>
          <p:nvPr/>
        </p:nvSpPr>
        <p:spPr>
          <a:xfrm>
            <a:off x="5813187" y="1970722"/>
            <a:ext cx="5405419" cy="24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fr-CA" b="1" kern="0" spc="1" noProof="0" dirty="0">
                <a:solidFill>
                  <a:srgbClr val="D93025"/>
                </a:solidFill>
              </a:rPr>
              <a:t>Objectifs Principaux</a:t>
            </a:r>
            <a:endParaRPr lang="fr-CA" noProof="0" dirty="0"/>
          </a:p>
          <a:p>
            <a:pPr>
              <a:lnSpc>
                <a:spcPts val="1400"/>
              </a:lnSpc>
            </a:pPr>
            <a:endParaRPr lang="fr-CA" noProof="0" dirty="0">
              <a:solidFill>
                <a:srgbClr val="333333"/>
              </a:solidFill>
              <a:latin typeface="Calibri" panose="020F0502020204030204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Analyser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comment la </a:t>
            </a:r>
            <a:r>
              <a:rPr lang="en-US" alt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probabilité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défaut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selon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les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caractéristiques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démographiques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financières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 les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</a:t>
            </a:r>
            <a:r>
              <a:rPr lang="en-US" alt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prédictives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clés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défaut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paiement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Réaliser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des clients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basée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sur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leur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niveau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risque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pour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soutenir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les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décisions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gestion du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portefeuille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ts val="1400"/>
              </a:lnSpc>
            </a:pPr>
            <a:endParaRPr lang="fr-CA" noProof="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2248E8AD-A212-45DC-6032-71C71DD38ADE}"/>
              </a:ext>
            </a:extLst>
          </p:cNvPr>
          <p:cNvSpPr/>
          <p:nvPr/>
        </p:nvSpPr>
        <p:spPr>
          <a:xfrm>
            <a:off x="5447071" y="4643890"/>
            <a:ext cx="6341807" cy="128240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b="1" kern="0" spc="1" dirty="0" err="1">
                <a:solidFill>
                  <a:srgbClr val="D93025"/>
                </a:solidFill>
              </a:rPr>
              <a:t>Enjeux</a:t>
            </a:r>
            <a:r>
              <a:rPr lang="en-US" b="1" kern="0" spc="1" dirty="0">
                <a:solidFill>
                  <a:srgbClr val="D93025"/>
                </a:solidFill>
              </a:rPr>
              <a:t> Métier</a:t>
            </a:r>
            <a:endParaRPr lang="en-US" dirty="0"/>
          </a:p>
          <a:p>
            <a:pPr marL="0" indent="0" algn="just">
              <a:lnSpc>
                <a:spcPts val="2000"/>
              </a:lnSpc>
              <a:buNone/>
            </a:pPr>
            <a:endParaRPr lang="en-US" i="1" dirty="0">
              <a:solidFill>
                <a:srgbClr val="1A1A1A"/>
              </a:solidFill>
            </a:endParaRPr>
          </a:p>
          <a:p>
            <a:pPr marL="0" indent="0" algn="just">
              <a:lnSpc>
                <a:spcPts val="2000"/>
              </a:lnSpc>
              <a:buNone/>
            </a:pPr>
            <a:r>
              <a:rPr lang="en-US" i="1" dirty="0" err="1">
                <a:solidFill>
                  <a:srgbClr val="1A1A1A"/>
                </a:solidFill>
              </a:rPr>
              <a:t>Comprendre</a:t>
            </a:r>
            <a:r>
              <a:rPr lang="en-US" i="1" dirty="0">
                <a:solidFill>
                  <a:srgbClr val="1A1A1A"/>
                </a:solidFill>
              </a:rPr>
              <a:t> les facteurs de </a:t>
            </a:r>
            <a:r>
              <a:rPr lang="en-US" i="1" dirty="0" err="1">
                <a:solidFill>
                  <a:srgbClr val="1A1A1A"/>
                </a:solidFill>
              </a:rPr>
              <a:t>risque</a:t>
            </a:r>
            <a:r>
              <a:rPr lang="en-US" i="1" dirty="0">
                <a:solidFill>
                  <a:srgbClr val="1A1A1A"/>
                </a:solidFill>
              </a:rPr>
              <a:t> </a:t>
            </a:r>
            <a:r>
              <a:rPr lang="en-US" i="1" dirty="0" err="1">
                <a:solidFill>
                  <a:srgbClr val="1A1A1A"/>
                </a:solidFill>
              </a:rPr>
              <a:t>permettent</a:t>
            </a:r>
            <a:r>
              <a:rPr lang="en-US" i="1" dirty="0">
                <a:solidFill>
                  <a:srgbClr val="1A1A1A"/>
                </a:solidFill>
              </a:rPr>
              <a:t> d'optimiser les politiques de crédit, de réduire les pertes financières et d'améliorer la gestion proactive des comptes à risque.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95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9CDD823B-CE4E-BAFA-FE8C-485330394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sz="2200" b="1" kern="0" spc="-1"/>
              <a:t>Structure des Données et Variables </a:t>
            </a:r>
            <a:r>
              <a:rPr lang="en-US" sz="2200" b="1" kern="0" spc="-1" err="1"/>
              <a:t>Analysées</a:t>
            </a:r>
            <a:br>
              <a:rPr lang="en-US" sz="2200"/>
            </a:br>
            <a:endParaRPr lang="fr-CA" sz="2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8F7F86-121A-2450-4865-5CB3589ED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Dimensions du </a:t>
            </a:r>
            <a:r>
              <a:rPr lang="fr-FR" b="1" dirty="0" err="1"/>
              <a:t>dataset</a:t>
            </a:r>
            <a:r>
              <a:rPr lang="fr-FR" b="1" dirty="0"/>
              <a:t>: </a:t>
            </a:r>
            <a:endParaRPr lang="fr-FR" dirty="0"/>
          </a:p>
          <a:p>
            <a:r>
              <a:rPr lang="fr-FR" i="1" dirty="0"/>
              <a:t>Nombre total de lignes :</a:t>
            </a:r>
            <a:r>
              <a:rPr lang="fr-FR" dirty="0"/>
              <a:t>30 000 clients</a:t>
            </a:r>
          </a:p>
          <a:p>
            <a:r>
              <a:rPr lang="fr-FR" i="1" dirty="0"/>
              <a:t>Nombre total de colonnes :</a:t>
            </a:r>
            <a:r>
              <a:rPr lang="fr-FR" dirty="0"/>
              <a:t>24 (23 variables explicatives ;</a:t>
            </a:r>
            <a:r>
              <a:rPr lang="fr-FR" i="1" dirty="0"/>
              <a:t>1 variable cible (Y))</a:t>
            </a:r>
          </a:p>
          <a:p>
            <a:endParaRPr lang="fr-FR" i="1" dirty="0"/>
          </a:p>
          <a:p>
            <a:r>
              <a:rPr lang="en-US" dirty="0" err="1"/>
              <a:t>Aucune</a:t>
            </a:r>
            <a:r>
              <a:rPr lang="en-US" dirty="0"/>
              <a:t> </a:t>
            </a:r>
            <a:r>
              <a:rPr lang="en-US" dirty="0" err="1"/>
              <a:t>valeur</a:t>
            </a:r>
            <a:r>
              <a:rPr lang="en-US" dirty="0"/>
              <a:t> </a:t>
            </a:r>
            <a:r>
              <a:rPr lang="en-US" dirty="0" err="1"/>
              <a:t>manquante</a:t>
            </a:r>
            <a:r>
              <a:rPr lang="en-US" dirty="0"/>
              <a:t>, </a:t>
            </a:r>
            <a:r>
              <a:rPr lang="en-US" dirty="0" err="1"/>
              <a:t>aucun</a:t>
            </a:r>
            <a:r>
              <a:rPr lang="en-US" dirty="0"/>
              <a:t> </a:t>
            </a:r>
            <a:r>
              <a:rPr lang="en-US" dirty="0" err="1"/>
              <a:t>doublon</a:t>
            </a:r>
            <a:r>
              <a:rPr lang="en-US" dirty="0"/>
              <a:t> </a:t>
            </a:r>
            <a:r>
              <a:rPr lang="en-US" dirty="0" err="1"/>
              <a:t>détecté</a:t>
            </a:r>
            <a:r>
              <a:rPr lang="en-US" dirty="0"/>
              <a:t>.</a:t>
            </a:r>
            <a:endParaRPr lang="fr-FR" i="1" dirty="0"/>
          </a:p>
          <a:p>
            <a:endParaRPr lang="fr-FR" i="1" dirty="0"/>
          </a:p>
          <a:p>
            <a:pPr marL="0" indent="0">
              <a:buNone/>
            </a:pPr>
            <a:endParaRPr lang="fr-FR" dirty="0"/>
          </a:p>
          <a:p>
            <a:endParaRPr lang="fr-CA" dirty="0"/>
          </a:p>
        </p:txBody>
      </p:sp>
      <p:pic>
        <p:nvPicPr>
          <p:cNvPr id="8" name="Image 7" descr="Une image contenant texte, capture d’écran, menu&#10;&#10;Le contenu généré par l’IA peut être incorrect.">
            <a:extLst>
              <a:ext uri="{FF2B5EF4-FFF2-40B4-BE49-F238E27FC236}">
                <a16:creationId xmlns:a16="http://schemas.microsoft.com/office/drawing/2014/main" id="{6789B427-AB70-C037-B5BD-7DC76C82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143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EC1EE1-7877-4205-4891-9A25AAB7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kern="0" spc="-1" dirty="0" err="1">
                <a:solidFill>
                  <a:srgbClr val="1A1A1A"/>
                </a:solidFill>
              </a:rPr>
              <a:t>Préparation</a:t>
            </a:r>
            <a:r>
              <a:rPr lang="en-US" b="1" kern="0" spc="-1" dirty="0">
                <a:solidFill>
                  <a:srgbClr val="1A1A1A"/>
                </a:solidFill>
              </a:rPr>
              <a:t> et </a:t>
            </a:r>
            <a:r>
              <a:rPr lang="en-US" b="1" kern="0" spc="-1" dirty="0" err="1">
                <a:solidFill>
                  <a:srgbClr val="1A1A1A"/>
                </a:solidFill>
              </a:rPr>
              <a:t>Nettoyage</a:t>
            </a:r>
            <a:r>
              <a:rPr lang="en-US" b="1" kern="0" spc="-1" dirty="0">
                <a:solidFill>
                  <a:srgbClr val="1A1A1A"/>
                </a:solidFill>
              </a:rPr>
              <a:t> des Données</a:t>
            </a:r>
            <a:br>
              <a:rPr lang="en-US" dirty="0"/>
            </a:br>
            <a:endParaRPr lang="fr-CA" dirty="0"/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F32914FF-E1D7-A0C9-2941-30CB1E3C0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676209"/>
              </p:ext>
            </p:extLst>
          </p:nvPr>
        </p:nvGraphicFramePr>
        <p:xfrm>
          <a:off x="924232" y="1952078"/>
          <a:ext cx="5633884" cy="3261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59875">
                  <a:extLst>
                    <a:ext uri="{9D8B030D-6E8A-4147-A177-3AD203B41FA5}">
                      <a16:colId xmlns:a16="http://schemas.microsoft.com/office/drawing/2014/main" val="4007934427"/>
                    </a:ext>
                  </a:extLst>
                </a:gridCol>
                <a:gridCol w="2874009">
                  <a:extLst>
                    <a:ext uri="{9D8B030D-6E8A-4147-A177-3AD203B41FA5}">
                      <a16:colId xmlns:a16="http://schemas.microsoft.com/office/drawing/2014/main" val="2787000618"/>
                    </a:ext>
                  </a:extLst>
                </a:gridCol>
              </a:tblGrid>
              <a:tr h="529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>
                          <a:effectLst/>
                        </a:rPr>
                        <a:t>ANOMALIES DÉTECTÉES</a:t>
                      </a:r>
                      <a:endParaRPr lang="en-CA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>
                          <a:effectLst/>
                        </a:rPr>
                        <a:t>CORRECTIONS APPLIQUÉES</a:t>
                      </a:r>
                      <a:endParaRPr lang="en-CA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880472634"/>
                  </a:ext>
                </a:extLst>
              </a:tr>
              <a:tr h="5296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effectLst/>
                        </a:rPr>
                        <a:t>EDUCATION: Valeurs non </a:t>
                      </a:r>
                      <a:r>
                        <a:rPr lang="en-CA" sz="1800" dirty="0" err="1">
                          <a:effectLst/>
                        </a:rPr>
                        <a:t>documentées</a:t>
                      </a:r>
                      <a:r>
                        <a:rPr lang="en-CA" sz="1800" dirty="0">
                          <a:effectLst/>
                        </a:rPr>
                        <a:t>: 0, 5, 6</a:t>
                      </a:r>
                      <a:endParaRPr lang="en-CA" sz="180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endParaRPr lang="en-CA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 err="1">
                          <a:effectLst/>
                        </a:rPr>
                        <a:t>Regroupement</a:t>
                      </a:r>
                      <a:r>
                        <a:rPr lang="en-CA" sz="1800" dirty="0">
                          <a:effectLst/>
                        </a:rPr>
                        <a:t> vers 4=</a:t>
                      </a:r>
                      <a:r>
                        <a:rPr lang="en-CA" sz="1800" dirty="0" err="1">
                          <a:effectLst/>
                        </a:rPr>
                        <a:t>autres</a:t>
                      </a:r>
                      <a:endParaRPr lang="en-CA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3879495480"/>
                  </a:ext>
                </a:extLst>
              </a:tr>
              <a:tr h="5296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effectLst/>
                        </a:rPr>
                        <a:t>MARRIAGE: Valeur non </a:t>
                      </a:r>
                      <a:r>
                        <a:rPr lang="en-CA" sz="1800" dirty="0" err="1">
                          <a:effectLst/>
                        </a:rPr>
                        <a:t>documentée</a:t>
                      </a:r>
                      <a:r>
                        <a:rPr lang="en-CA" sz="1800" dirty="0">
                          <a:effectLst/>
                        </a:rPr>
                        <a:t>: 0</a:t>
                      </a:r>
                      <a:endParaRPr lang="en-CA" sz="180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endParaRPr lang="en-CA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 err="1">
                          <a:effectLst/>
                        </a:rPr>
                        <a:t>Recodage</a:t>
                      </a:r>
                      <a:r>
                        <a:rPr lang="en-CA" sz="1800" dirty="0">
                          <a:effectLst/>
                        </a:rPr>
                        <a:t> vers 3=</a:t>
                      </a:r>
                      <a:r>
                        <a:rPr lang="en-CA" sz="1800" dirty="0" err="1">
                          <a:effectLst/>
                        </a:rPr>
                        <a:t>autres</a:t>
                      </a:r>
                      <a:endParaRPr lang="en-CA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396785165"/>
                  </a:ext>
                </a:extLst>
              </a:tr>
              <a:tr h="5296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effectLst/>
                        </a:rPr>
                        <a:t>PAY_0 à PAY_6: Valeurs -2 (non </a:t>
                      </a:r>
                      <a:r>
                        <a:rPr lang="en-CA" sz="1800" dirty="0">
                          <a:effectLst/>
                        </a:rPr>
                        <a:t>standard)</a:t>
                      </a:r>
                      <a:endParaRPr lang="en-CA" sz="180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endParaRPr lang="fr-FR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effectLst/>
                        </a:rPr>
                        <a:t>Recodage -1 (</a:t>
                      </a:r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CA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paiement</a:t>
                      </a:r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à </a:t>
                      </a:r>
                      <a:r>
                        <a:rPr lang="en-CA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l’échéance</a:t>
                      </a:r>
                      <a:r>
                        <a:rPr lang="fr-FR" sz="1800" dirty="0">
                          <a:effectLst/>
                        </a:rPr>
                        <a:t>)</a:t>
                      </a:r>
                      <a:endParaRPr lang="fr-FR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3515665277"/>
                  </a:ext>
                </a:extLst>
              </a:tr>
            </a:tbl>
          </a:graphicData>
        </a:graphic>
      </p:graphicFrame>
      <p:sp>
        <p:nvSpPr>
          <p:cNvPr id="11" name="Text 6">
            <a:extLst>
              <a:ext uri="{FF2B5EF4-FFF2-40B4-BE49-F238E27FC236}">
                <a16:creationId xmlns:a16="http://schemas.microsoft.com/office/drawing/2014/main" id="{4E528701-931C-D5AA-5D33-3E4B82454371}"/>
              </a:ext>
            </a:extLst>
          </p:cNvPr>
          <p:cNvSpPr/>
          <p:nvPr/>
        </p:nvSpPr>
        <p:spPr>
          <a:xfrm>
            <a:off x="7325033" y="2290018"/>
            <a:ext cx="4424516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/>
              <a:t>Standardisation</a:t>
            </a:r>
            <a:endParaRPr lang="en-US" dirty="0">
              <a:latin typeface="Calibri" panose="020F0502020204030204"/>
            </a:endParaRPr>
          </a:p>
          <a:p>
            <a:r>
              <a:rPr lang="en-US" dirty="0">
                <a:latin typeface="Calibri" panose="020F0502020204030204"/>
              </a:rPr>
              <a:t>Application de la convention </a:t>
            </a:r>
            <a:r>
              <a:rPr lang="en-US" b="1" dirty="0">
                <a:latin typeface="Calibri" panose="020F0502020204030204"/>
              </a:rPr>
              <a:t>snake_case</a:t>
            </a:r>
            <a:r>
              <a:rPr lang="en-US" dirty="0">
                <a:latin typeface="Calibri" panose="020F0502020204030204"/>
              </a:rPr>
              <a:t> pour uniformiser la nomenclature des colonnes.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3ACCB3A-F74F-72D6-E48B-DE822606592D}"/>
              </a:ext>
            </a:extLst>
          </p:cNvPr>
          <p:cNvSpPr/>
          <p:nvPr/>
        </p:nvSpPr>
        <p:spPr>
          <a:xfrm>
            <a:off x="7433187" y="4036077"/>
            <a:ext cx="4965290" cy="110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/>
              <a:t>Transformation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Conversion des variables catégorielles encodées en leur format initial pour permettre les analyses factorielles (AFC, ACM).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7EDDD75-1C50-3004-1B36-736C0AF21043}"/>
              </a:ext>
            </a:extLst>
          </p:cNvPr>
          <p:cNvSpPr/>
          <p:nvPr/>
        </p:nvSpPr>
        <p:spPr>
          <a:xfrm>
            <a:off x="668595" y="5476301"/>
            <a:ext cx="10524046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/>
              <a:t>Une base de données cohérente et conforme aux règles métier, prête pour l'analyse multivariée et la modélisation prédictive.</a:t>
            </a:r>
          </a:p>
        </p:txBody>
      </p:sp>
    </p:spTree>
    <p:extLst>
      <p:ext uri="{BB962C8B-B14F-4D97-AF65-F5344CB8AC3E}">
        <p14:creationId xmlns:p14="http://schemas.microsoft.com/office/powerpoint/2010/main" val="303661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687F-A877-CC6D-0C18-B005A2FF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096236-3C25-0C3C-D580-9DDDBA06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2400" b="1" kern="0" spc="-1" dirty="0" err="1">
                <a:solidFill>
                  <a:srgbClr val="1A1A1A"/>
                </a:solidFill>
              </a:rPr>
              <a:t>Analyse</a:t>
            </a:r>
            <a:r>
              <a:rPr lang="en-US" sz="2400" b="1" kern="0" spc="-1" dirty="0">
                <a:solidFill>
                  <a:srgbClr val="1A1A1A"/>
                </a:solidFill>
              </a:rPr>
              <a:t> </a:t>
            </a:r>
            <a:r>
              <a:rPr lang="en-US" sz="2400" b="1" kern="0" spc="-1" dirty="0" err="1">
                <a:solidFill>
                  <a:srgbClr val="1A1A1A"/>
                </a:solidFill>
              </a:rPr>
              <a:t>Univariée</a:t>
            </a:r>
            <a:r>
              <a:rPr lang="en-US" sz="2400" b="1" kern="0" spc="-1" dirty="0">
                <a:solidFill>
                  <a:srgbClr val="1A1A1A"/>
                </a:solidFill>
              </a:rPr>
              <a:t> - Variables </a:t>
            </a:r>
            <a:r>
              <a:rPr lang="en-US" sz="2400" b="1" kern="0" spc="-1" dirty="0" err="1">
                <a:solidFill>
                  <a:srgbClr val="1A1A1A"/>
                </a:solidFill>
              </a:rPr>
              <a:t>Quantitatives</a:t>
            </a:r>
            <a:endParaRPr lang="fr-CA" sz="24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788FB9D-65A9-CD1A-3AA2-5A77D5A31AA9}"/>
              </a:ext>
            </a:extLst>
          </p:cNvPr>
          <p:cNvSpPr txBox="1"/>
          <p:nvPr/>
        </p:nvSpPr>
        <p:spPr>
          <a:xfrm>
            <a:off x="727588" y="2635739"/>
            <a:ext cx="52504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b="1" dirty="0"/>
              <a:t>LIMIT_BAL (Limite de crédit)</a:t>
            </a:r>
            <a:r>
              <a:rPr lang="fr-CA" dirty="0"/>
              <a:t>Distribution très dispersée et asymétrique. Majorité de clients avec limite faible à moyenne, quelques clients très fortement dotés.</a:t>
            </a:r>
          </a:p>
          <a:p>
            <a:r>
              <a:rPr lang="fr-CA" b="1" dirty="0"/>
              <a:t>BILL_AMT &amp; PAY_AMT (Montants)</a:t>
            </a:r>
            <a:r>
              <a:rPr lang="fr-CA" dirty="0"/>
              <a:t>Distributions très asymétriques avec de nombreux montants élevés isolés. Forte hétérogénéité des paiements.</a:t>
            </a:r>
          </a:p>
          <a:p>
            <a:r>
              <a:rPr lang="fr-CA" b="1" dirty="0"/>
              <a:t>Variable Cible (Défaut)</a:t>
            </a:r>
            <a:r>
              <a:rPr lang="fr-CA" dirty="0"/>
              <a:t>Déséquilibre notable : proportion de clients en défaut nettement inférieure aux clients non défaillants.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74B2B99-E81A-E69F-30EA-CB52088A3A81}"/>
              </a:ext>
            </a:extLst>
          </p:cNvPr>
          <p:cNvSpPr txBox="1"/>
          <p:nvPr/>
        </p:nvSpPr>
        <p:spPr>
          <a:xfrm>
            <a:off x="727588" y="1927853"/>
            <a:ext cx="103272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b="1" dirty="0"/>
              <a:t>Les distributions révèlent une forte asymétrie et dispersion des comportements financiers</a:t>
            </a:r>
          </a:p>
        </p:txBody>
      </p:sp>
      <p:pic>
        <p:nvPicPr>
          <p:cNvPr id="13" name="Image 12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75BE976F-D4DF-386B-63E3-0878AE98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88" y="2372473"/>
            <a:ext cx="5647312" cy="35422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9710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AA9A8-2BB1-19A7-1F59-B2D520C5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kern="0" spc="-1" dirty="0" err="1">
                <a:solidFill>
                  <a:srgbClr val="1A1A1A"/>
                </a:solidFill>
              </a:rPr>
              <a:t>Analyse</a:t>
            </a:r>
            <a:r>
              <a:rPr lang="en-US" b="1" kern="0" spc="-1" dirty="0">
                <a:solidFill>
                  <a:srgbClr val="1A1A1A"/>
                </a:solidFill>
              </a:rPr>
              <a:t> </a:t>
            </a:r>
            <a:r>
              <a:rPr lang="en-US" b="1" kern="0" spc="-1" dirty="0" err="1">
                <a:solidFill>
                  <a:srgbClr val="1A1A1A"/>
                </a:solidFill>
              </a:rPr>
              <a:t>Univariée</a:t>
            </a:r>
            <a:r>
              <a:rPr lang="en-US" b="1" kern="0" spc="-1" dirty="0">
                <a:solidFill>
                  <a:srgbClr val="1A1A1A"/>
                </a:solidFill>
              </a:rPr>
              <a:t> - Variables </a:t>
            </a:r>
            <a:r>
              <a:rPr lang="en-US" b="1" kern="0" spc="-1" dirty="0" err="1">
                <a:solidFill>
                  <a:srgbClr val="1A1A1A"/>
                </a:solidFill>
              </a:rPr>
              <a:t>Qualitatives</a:t>
            </a:r>
            <a:br>
              <a:rPr lang="en-US" dirty="0"/>
            </a:b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39AD66-00BD-73E6-473A-7B45DCEC3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2202545"/>
            <a:ext cx="6174659" cy="3509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200" b="1" dirty="0"/>
              <a:t>Profil Démographique</a:t>
            </a:r>
          </a:p>
          <a:p>
            <a:pPr marL="0" indent="0">
              <a:buNone/>
            </a:pPr>
            <a:r>
              <a:rPr lang="fr-FR" sz="1200" b="1" dirty="0"/>
              <a:t>Sexe : </a:t>
            </a:r>
            <a:r>
              <a:rPr lang="fr-FR" sz="1200" dirty="0"/>
              <a:t>Majorité de femmes dans l'échantillon.</a:t>
            </a:r>
          </a:p>
          <a:p>
            <a:pPr marL="0" indent="0">
              <a:buNone/>
            </a:pPr>
            <a:r>
              <a:rPr lang="fr-FR" sz="1200" b="1" dirty="0"/>
              <a:t>Éducation</a:t>
            </a:r>
            <a:r>
              <a:rPr lang="fr-FR" sz="1200" dirty="0"/>
              <a:t> :Niveau élevé prédominant (université ou </a:t>
            </a:r>
            <a:r>
              <a:rPr lang="fr-FR" sz="1200" dirty="0" err="1"/>
              <a:t>graduate</a:t>
            </a:r>
            <a:r>
              <a:rPr lang="fr-FR" sz="1200" dirty="0"/>
              <a:t> </a:t>
            </a:r>
            <a:r>
              <a:rPr lang="fr-FR" sz="1200" dirty="0" err="1"/>
              <a:t>school</a:t>
            </a:r>
            <a:r>
              <a:rPr lang="fr-FR" sz="1200" dirty="0"/>
              <a:t>).</a:t>
            </a:r>
          </a:p>
          <a:p>
            <a:pPr marL="0" indent="0">
              <a:buNone/>
            </a:pPr>
            <a:r>
              <a:rPr lang="fr-FR" sz="1200" b="1" dirty="0"/>
              <a:t>Statut Matrimonial </a:t>
            </a:r>
            <a:r>
              <a:rPr lang="fr-FR" sz="1200" dirty="0"/>
              <a:t>:Les célibataires sont légèrement plus nombreux que les personnes mariées.</a:t>
            </a:r>
          </a:p>
          <a:p>
            <a:pPr marL="0" indent="0">
              <a:buNone/>
            </a:pPr>
            <a:r>
              <a:rPr lang="fr-FR" sz="1200" b="1" dirty="0"/>
              <a:t>Historique de Paiement (PAY_0 à PAY_6)</a:t>
            </a:r>
          </a:p>
          <a:p>
            <a:pPr marL="0" indent="0">
              <a:buNone/>
            </a:pPr>
            <a:r>
              <a:rPr lang="fr-FR" sz="1200" b="1" dirty="0"/>
              <a:t>Distribution très déséquilibrée: </a:t>
            </a:r>
            <a:r>
              <a:rPr lang="fr-FR" sz="1200" dirty="0"/>
              <a:t>pour chaque mois.</a:t>
            </a:r>
          </a:p>
          <a:p>
            <a:pPr marL="0" indent="0">
              <a:buNone/>
            </a:pPr>
            <a:r>
              <a:rPr lang="fr-FR" sz="1200" b="1" dirty="0"/>
              <a:t>Majorité écrasante </a:t>
            </a:r>
            <a:r>
              <a:rPr lang="fr-FR" sz="1200" dirty="0"/>
              <a:t>: Catégorie -1 (paiement à l'échéance).</a:t>
            </a:r>
          </a:p>
          <a:p>
            <a:pPr marL="0" indent="0">
              <a:buNone/>
            </a:pPr>
            <a:r>
              <a:rPr lang="fr-FR" sz="1200" b="1" dirty="0"/>
              <a:t>Retards</a:t>
            </a:r>
            <a:r>
              <a:rPr lang="fr-FR" sz="1200" dirty="0"/>
              <a:t> : 1 mois (peu fréquents), 2-8 mois (marginaux).</a:t>
            </a:r>
          </a:p>
          <a:p>
            <a:pPr marL="0" indent="0">
              <a:buNone/>
            </a:pPr>
            <a:r>
              <a:rPr lang="en-US" sz="1200" dirty="0"/>
              <a:t>Population </a:t>
            </a:r>
            <a:r>
              <a:rPr lang="en-US" sz="1200" dirty="0" err="1"/>
              <a:t>globalement</a:t>
            </a:r>
            <a:r>
              <a:rPr lang="en-US" sz="1200" dirty="0"/>
              <a:t> solvable. Une </a:t>
            </a:r>
            <a:r>
              <a:rPr lang="en-US" sz="1200" dirty="0" err="1"/>
              <a:t>minorité</a:t>
            </a:r>
            <a:r>
              <a:rPr lang="en-US" sz="1200" dirty="0"/>
              <a:t> </a:t>
            </a:r>
            <a:r>
              <a:rPr lang="en-US" sz="1200" dirty="0" err="1"/>
              <a:t>accumule</a:t>
            </a:r>
            <a:r>
              <a:rPr lang="en-US" sz="1200" dirty="0"/>
              <a:t> des retards, </a:t>
            </a:r>
            <a:r>
              <a:rPr lang="en-US" sz="1200" dirty="0" err="1"/>
              <a:t>constituant</a:t>
            </a:r>
            <a:r>
              <a:rPr lang="en-US" sz="1200" dirty="0"/>
              <a:t> la </a:t>
            </a:r>
            <a:r>
              <a:rPr lang="en-US" sz="1200" dirty="0" err="1"/>
              <a:t>cible</a:t>
            </a:r>
            <a:r>
              <a:rPr lang="en-US" sz="1200" dirty="0"/>
              <a:t> critique pour </a:t>
            </a:r>
            <a:r>
              <a:rPr lang="en-US" sz="1200" dirty="0" err="1"/>
              <a:t>l'analyse</a:t>
            </a:r>
            <a:r>
              <a:rPr lang="en-US" sz="1200" dirty="0"/>
              <a:t> du </a:t>
            </a:r>
            <a:r>
              <a:rPr lang="en-US" sz="1200" dirty="0" err="1"/>
              <a:t>risque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endParaRPr lang="fr-CA" sz="1200" dirty="0"/>
          </a:p>
        </p:txBody>
      </p:sp>
      <p:pic>
        <p:nvPicPr>
          <p:cNvPr id="5" name="Image 4" descr="Une image contenant capture d’écran, texte, diagramme, Tracé&#10;&#10;Le contenu généré par l’IA peut être incorrect.">
            <a:extLst>
              <a:ext uri="{FF2B5EF4-FFF2-40B4-BE49-F238E27FC236}">
                <a16:creationId xmlns:a16="http://schemas.microsoft.com/office/drawing/2014/main" id="{36636B80-AC87-1C49-6CCC-4EE855CC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592" y="1853754"/>
            <a:ext cx="5502117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8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842C1-E21B-2E14-702B-95D0270F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kern="0" spc="-1" dirty="0" err="1">
                <a:solidFill>
                  <a:srgbClr val="1A1A1A"/>
                </a:solidFill>
              </a:rPr>
              <a:t>Analyse</a:t>
            </a:r>
            <a:r>
              <a:rPr lang="en-US" b="1" kern="0" spc="-1" dirty="0">
                <a:solidFill>
                  <a:srgbClr val="1A1A1A"/>
                </a:solidFill>
              </a:rPr>
              <a:t> </a:t>
            </a:r>
            <a:r>
              <a:rPr lang="en-US" b="1" kern="0" spc="-1" dirty="0" err="1">
                <a:solidFill>
                  <a:srgbClr val="1A1A1A"/>
                </a:solidFill>
              </a:rPr>
              <a:t>Bivariée</a:t>
            </a:r>
            <a:r>
              <a:rPr lang="en-US" b="1" kern="0" spc="-1" dirty="0">
                <a:solidFill>
                  <a:srgbClr val="1A1A1A"/>
                </a:solidFill>
              </a:rPr>
              <a:t> - Impact des Variables </a:t>
            </a:r>
            <a:r>
              <a:rPr lang="en-US" b="1" kern="0" spc="-1" dirty="0" err="1">
                <a:solidFill>
                  <a:srgbClr val="1A1A1A"/>
                </a:solidFill>
              </a:rPr>
              <a:t>Démographiques</a:t>
            </a:r>
            <a:br>
              <a:rPr lang="en-US" dirty="0"/>
            </a:br>
            <a:endParaRPr lang="fr-CA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F381A505-0D0D-DC84-85CC-45141176952E}"/>
              </a:ext>
            </a:extLst>
          </p:cNvPr>
          <p:cNvSpPr/>
          <p:nvPr/>
        </p:nvSpPr>
        <p:spPr>
          <a:xfrm>
            <a:off x="575187" y="4172959"/>
            <a:ext cx="11041625" cy="1661993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Niveau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d'éducation</a:t>
            </a:r>
            <a:endParaRPr lang="en-US" b="1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333333"/>
                </a:solidFill>
              </a:rPr>
              <a:t>Les clients les moins diplômés présentent un risque plus élevé de défaut. Cependant, l'effet reste modéré comparé aux variables </a:t>
            </a:r>
            <a:r>
              <a:rPr lang="en-US" dirty="0" err="1">
                <a:solidFill>
                  <a:srgbClr val="333333"/>
                </a:solidFill>
              </a:rPr>
              <a:t>comportementales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r>
              <a:rPr lang="en-US" b="1" dirty="0">
                <a:solidFill>
                  <a:srgbClr val="1A1A1A"/>
                </a:solidFill>
              </a:rPr>
              <a:t>Sexe et </a:t>
            </a:r>
            <a:r>
              <a:rPr lang="en-US" b="1" dirty="0" err="1">
                <a:solidFill>
                  <a:srgbClr val="1A1A1A"/>
                </a:solidFill>
              </a:rPr>
              <a:t>Statut</a:t>
            </a:r>
            <a:r>
              <a:rPr lang="en-US" b="1" dirty="0">
                <a:solidFill>
                  <a:srgbClr val="1A1A1A"/>
                </a:solidFill>
              </a:rPr>
              <a:t> Matrimonial</a:t>
            </a:r>
            <a:endParaRPr lang="en-US" dirty="0">
              <a:solidFill>
                <a:srgbClr val="333333"/>
              </a:solidFill>
            </a:endParaRPr>
          </a:p>
          <a:p>
            <a:r>
              <a:rPr lang="en-US" dirty="0">
                <a:solidFill>
                  <a:srgbClr val="333333"/>
                </a:solidFill>
              </a:rPr>
              <a:t>Impact </a:t>
            </a:r>
            <a:r>
              <a:rPr lang="en-US" dirty="0" err="1">
                <a:solidFill>
                  <a:srgbClr val="333333"/>
                </a:solidFill>
              </a:rPr>
              <a:t>faible</a:t>
            </a:r>
            <a:r>
              <a:rPr lang="en-US" dirty="0">
                <a:solidFill>
                  <a:srgbClr val="333333"/>
                </a:solidFill>
              </a:rPr>
              <a:t> sur le </a:t>
            </a:r>
            <a:r>
              <a:rPr lang="en-US" dirty="0" err="1">
                <a:solidFill>
                  <a:srgbClr val="333333"/>
                </a:solidFill>
              </a:rPr>
              <a:t>risque</a:t>
            </a:r>
            <a:r>
              <a:rPr lang="en-US" dirty="0">
                <a:solidFill>
                  <a:srgbClr val="333333"/>
                </a:solidFill>
              </a:rPr>
              <a:t> de </a:t>
            </a:r>
            <a:r>
              <a:rPr lang="en-US" dirty="0" err="1">
                <a:solidFill>
                  <a:srgbClr val="333333"/>
                </a:solidFill>
              </a:rPr>
              <a:t>défaut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Ces</a:t>
            </a:r>
            <a:r>
              <a:rPr lang="en-US" dirty="0">
                <a:solidFill>
                  <a:srgbClr val="333333"/>
                </a:solidFill>
              </a:rPr>
              <a:t> variables ne </a:t>
            </a:r>
            <a:r>
              <a:rPr lang="en-US" dirty="0" err="1">
                <a:solidFill>
                  <a:srgbClr val="333333"/>
                </a:solidFill>
              </a:rPr>
              <a:t>permettent</a:t>
            </a:r>
            <a:r>
              <a:rPr lang="en-US" dirty="0">
                <a:solidFill>
                  <a:srgbClr val="333333"/>
                </a:solidFill>
              </a:rPr>
              <a:t> pas </a:t>
            </a:r>
            <a:r>
              <a:rPr lang="en-US" dirty="0" err="1">
                <a:solidFill>
                  <a:srgbClr val="333333"/>
                </a:solidFill>
              </a:rPr>
              <a:t>d'expliquer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significativement</a:t>
            </a:r>
            <a:r>
              <a:rPr lang="en-US" dirty="0">
                <a:solidFill>
                  <a:srgbClr val="333333"/>
                </a:solidFill>
              </a:rPr>
              <a:t> les </a:t>
            </a:r>
            <a:r>
              <a:rPr lang="en-US" dirty="0" err="1">
                <a:solidFill>
                  <a:srgbClr val="333333"/>
                </a:solidFill>
              </a:rPr>
              <a:t>comportements</a:t>
            </a:r>
            <a:r>
              <a:rPr lang="en-US" dirty="0">
                <a:solidFill>
                  <a:srgbClr val="333333"/>
                </a:solidFill>
              </a:rPr>
              <a:t> de </a:t>
            </a:r>
            <a:r>
              <a:rPr lang="en-US" dirty="0" err="1">
                <a:solidFill>
                  <a:srgbClr val="333333"/>
                </a:solidFill>
              </a:rPr>
              <a:t>remboursement</a:t>
            </a:r>
            <a:r>
              <a:rPr lang="en-US" dirty="0">
                <a:solidFill>
                  <a:srgbClr val="333333"/>
                </a:solidFill>
              </a:rPr>
              <a:t> à </a:t>
            </a:r>
            <a:r>
              <a:rPr lang="en-US" dirty="0" err="1">
                <a:solidFill>
                  <a:srgbClr val="333333"/>
                </a:solidFill>
              </a:rPr>
              <a:t>elles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seules</a:t>
            </a:r>
            <a:r>
              <a:rPr lang="en-US" dirty="0">
                <a:solidFill>
                  <a:srgbClr val="333333"/>
                </a:solidFill>
              </a:rPr>
              <a:t>.</a:t>
            </a:r>
            <a:endParaRPr lang="en-US" dirty="0"/>
          </a:p>
        </p:txBody>
      </p:sp>
      <p:pic>
        <p:nvPicPr>
          <p:cNvPr id="10" name="Espace réservé du contenu 9" descr="Une image contenant Tracé, ligne, diagramme, texte&#10;&#10;Le contenu généré par l’IA peut être incorrect.">
            <a:extLst>
              <a:ext uri="{FF2B5EF4-FFF2-40B4-BE49-F238E27FC236}">
                <a16:creationId xmlns:a16="http://schemas.microsoft.com/office/drawing/2014/main" id="{34390BE3-FFF8-D82E-91D0-B0C9CE9DF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9530" y="2011418"/>
            <a:ext cx="9604375" cy="21615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1920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526B-B457-170D-F23C-B7283A25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E45AAD-1BCF-361C-6452-8F87DFE9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kern="0" spc="-1" dirty="0" err="1">
                <a:solidFill>
                  <a:srgbClr val="1A1A1A"/>
                </a:solidFill>
              </a:rPr>
              <a:t>Analyse</a:t>
            </a:r>
            <a:r>
              <a:rPr lang="en-US" b="1" kern="0" spc="-1" dirty="0">
                <a:solidFill>
                  <a:srgbClr val="1A1A1A"/>
                </a:solidFill>
              </a:rPr>
              <a:t> </a:t>
            </a:r>
            <a:r>
              <a:rPr lang="en-US" b="1" kern="0" spc="-1" dirty="0" err="1">
                <a:solidFill>
                  <a:srgbClr val="1A1A1A"/>
                </a:solidFill>
              </a:rPr>
              <a:t>Bivariée</a:t>
            </a:r>
            <a:r>
              <a:rPr lang="en-US" b="1" kern="0" spc="-1" dirty="0">
                <a:solidFill>
                  <a:srgbClr val="1A1A1A"/>
                </a:solidFill>
              </a:rPr>
              <a:t> - Impact des Variables </a:t>
            </a:r>
            <a:r>
              <a:rPr lang="en-US" b="1" kern="0" spc="-1" dirty="0" err="1">
                <a:solidFill>
                  <a:srgbClr val="1A1A1A"/>
                </a:solidFill>
              </a:rPr>
              <a:t>Démographiques</a:t>
            </a:r>
            <a:br>
              <a:rPr lang="en-US" dirty="0"/>
            </a:br>
            <a:endParaRPr lang="fr-CA" dirty="0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4A11B0CE-5782-3B3D-74CF-FEEB10714BA7}"/>
              </a:ext>
            </a:extLst>
          </p:cNvPr>
          <p:cNvSpPr/>
          <p:nvPr/>
        </p:nvSpPr>
        <p:spPr>
          <a:xfrm>
            <a:off x="5653548" y="2153777"/>
            <a:ext cx="5919020" cy="3275192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kern="0" spc="1" dirty="0" err="1">
                <a:solidFill>
                  <a:srgbClr val="D93025"/>
                </a:solidFill>
              </a:rPr>
              <a:t>Corrélations</a:t>
            </a:r>
            <a:r>
              <a:rPr lang="en-US" b="1" kern="0" spc="1" dirty="0">
                <a:solidFill>
                  <a:srgbClr val="D93025"/>
                </a:solidFill>
              </a:rPr>
              <a:t> </a:t>
            </a:r>
            <a:r>
              <a:rPr lang="en-US" b="1" kern="0" spc="1" dirty="0" err="1">
                <a:solidFill>
                  <a:srgbClr val="D93025"/>
                </a:solidFill>
              </a:rPr>
              <a:t>Numériques</a:t>
            </a:r>
            <a:r>
              <a:rPr lang="en-US" kern="0" spc="1" dirty="0"/>
              <a:t>: </a:t>
            </a:r>
            <a:endParaRPr lang="en-US" b="1" dirty="0">
              <a:solidFill>
                <a:srgbClr val="1A1A1A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1A1A1A"/>
                </a:solidFill>
              </a:rPr>
              <a:t>Montants</a:t>
            </a:r>
            <a:r>
              <a:rPr lang="en-US" b="1" dirty="0">
                <a:solidFill>
                  <a:srgbClr val="1A1A1A"/>
                </a:solidFill>
              </a:rPr>
              <a:t> </a:t>
            </a:r>
            <a:r>
              <a:rPr lang="en-US" b="1" dirty="0" err="1">
                <a:solidFill>
                  <a:srgbClr val="1A1A1A"/>
                </a:solidFill>
              </a:rPr>
              <a:t>Facturés</a:t>
            </a:r>
            <a:r>
              <a:rPr lang="en-US" b="1" dirty="0">
                <a:solidFill>
                  <a:srgbClr val="1A1A1A"/>
                </a:solidFill>
              </a:rPr>
              <a:t> (BILL_AMT)</a:t>
            </a:r>
            <a:r>
              <a:rPr lang="en-US" b="1" dirty="0">
                <a:solidFill>
                  <a:srgbClr val="333333"/>
                </a:solidFill>
              </a:rPr>
              <a:t>: </a:t>
            </a:r>
            <a:r>
              <a:rPr lang="en-US" dirty="0">
                <a:solidFill>
                  <a:srgbClr val="333333"/>
                </a:solidFill>
              </a:rPr>
              <a:t>Forte </a:t>
            </a:r>
            <a:r>
              <a:rPr lang="en-US" dirty="0" err="1">
                <a:solidFill>
                  <a:srgbClr val="333333"/>
                </a:solidFill>
              </a:rPr>
              <a:t>corrélation</a:t>
            </a:r>
            <a:r>
              <a:rPr lang="en-US" dirty="0">
                <a:solidFill>
                  <a:srgbClr val="333333"/>
                </a:solidFill>
              </a:rPr>
              <a:t> entre les </a:t>
            </a:r>
            <a:r>
              <a:rPr lang="en-US" dirty="0" err="1">
                <a:solidFill>
                  <a:srgbClr val="333333"/>
                </a:solidFill>
              </a:rPr>
              <a:t>différents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mois</a:t>
            </a:r>
            <a:r>
              <a:rPr lang="en-US" dirty="0">
                <a:solidFill>
                  <a:srgbClr val="333333"/>
                </a:solidFill>
              </a:rPr>
              <a:t> (BILL_AMT1-6), </a:t>
            </a:r>
            <a:r>
              <a:rPr lang="en-US" dirty="0" err="1">
                <a:solidFill>
                  <a:srgbClr val="333333"/>
                </a:solidFill>
              </a:rPr>
              <a:t>indiquant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une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redondance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d'information</a:t>
            </a:r>
            <a:r>
              <a:rPr lang="en-US" dirty="0">
                <a:solidFill>
                  <a:srgbClr val="333333"/>
                </a:solidFill>
              </a:rPr>
              <a:t>.</a:t>
            </a:r>
            <a:endParaRPr lang="en-US" b="1" dirty="0">
              <a:solidFill>
                <a:srgbClr val="1A1A1A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1A1A1A"/>
                </a:solidFill>
              </a:rPr>
              <a:t>Montants</a:t>
            </a:r>
            <a:r>
              <a:rPr lang="en-US" b="1" dirty="0">
                <a:solidFill>
                  <a:srgbClr val="1A1A1A"/>
                </a:solidFill>
              </a:rPr>
              <a:t> </a:t>
            </a:r>
            <a:r>
              <a:rPr lang="en-US" b="1" dirty="0" err="1">
                <a:solidFill>
                  <a:srgbClr val="1A1A1A"/>
                </a:solidFill>
              </a:rPr>
              <a:t>Payés</a:t>
            </a:r>
            <a:r>
              <a:rPr lang="en-US" b="1" dirty="0">
                <a:solidFill>
                  <a:srgbClr val="1A1A1A"/>
                </a:solidFill>
              </a:rPr>
              <a:t> (PAY_AMT)</a:t>
            </a:r>
            <a:r>
              <a:rPr lang="en-US" b="1" dirty="0">
                <a:solidFill>
                  <a:srgbClr val="333333"/>
                </a:solidFill>
              </a:rPr>
              <a:t>: </a:t>
            </a:r>
            <a:r>
              <a:rPr lang="en-US" dirty="0" err="1">
                <a:solidFill>
                  <a:srgbClr val="333333"/>
                </a:solidFill>
              </a:rPr>
              <a:t>Corrélation</a:t>
            </a:r>
            <a:r>
              <a:rPr lang="en-US" dirty="0">
                <a:solidFill>
                  <a:srgbClr val="333333"/>
                </a:solidFill>
              </a:rPr>
              <a:t> modérée entre les montants payés </a:t>
            </a:r>
            <a:r>
              <a:rPr lang="en-US" dirty="0" err="1">
                <a:solidFill>
                  <a:srgbClr val="333333"/>
                </a:solidFill>
              </a:rPr>
              <a:t>mensuellement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1A1A1A"/>
                </a:solidFill>
              </a:rPr>
              <a:t>Limite</a:t>
            </a:r>
            <a:r>
              <a:rPr lang="en-US" b="1" dirty="0">
                <a:solidFill>
                  <a:srgbClr val="1A1A1A"/>
                </a:solidFill>
              </a:rPr>
              <a:t> de Crédit &amp; </a:t>
            </a:r>
            <a:r>
              <a:rPr lang="en-US" b="1" dirty="0" err="1">
                <a:solidFill>
                  <a:srgbClr val="1A1A1A"/>
                </a:solidFill>
              </a:rPr>
              <a:t>Âge</a:t>
            </a:r>
            <a:r>
              <a:rPr lang="en-US" b="1" dirty="0">
                <a:solidFill>
                  <a:srgbClr val="333333"/>
                </a:solidFill>
              </a:rPr>
              <a:t>: </a:t>
            </a:r>
            <a:r>
              <a:rPr lang="en-US" dirty="0" err="1">
                <a:solidFill>
                  <a:srgbClr val="333333"/>
                </a:solidFill>
              </a:rPr>
              <a:t>Corrélations</a:t>
            </a:r>
            <a:r>
              <a:rPr lang="en-US" dirty="0">
                <a:solidFill>
                  <a:srgbClr val="333333"/>
                </a:solidFill>
              </a:rPr>
              <a:t> très </a:t>
            </a:r>
            <a:r>
              <a:rPr lang="en-US" dirty="0" err="1">
                <a:solidFill>
                  <a:srgbClr val="333333"/>
                </a:solidFill>
              </a:rPr>
              <a:t>faibles</a:t>
            </a:r>
            <a:r>
              <a:rPr lang="en-US" dirty="0">
                <a:solidFill>
                  <a:srgbClr val="333333"/>
                </a:solidFill>
              </a:rPr>
              <a:t> avec la variable </a:t>
            </a:r>
            <a:r>
              <a:rPr lang="en-US" dirty="0" err="1">
                <a:solidFill>
                  <a:srgbClr val="333333"/>
                </a:solidFill>
              </a:rPr>
              <a:t>cible</a:t>
            </a:r>
            <a:r>
              <a:rPr lang="en-US" dirty="0">
                <a:solidFill>
                  <a:srgbClr val="333333"/>
                </a:solidFill>
              </a:rPr>
              <a:t> (</a:t>
            </a:r>
            <a:r>
              <a:rPr lang="en-US" dirty="0" err="1">
                <a:solidFill>
                  <a:srgbClr val="333333"/>
                </a:solidFill>
              </a:rPr>
              <a:t>défaut</a:t>
            </a:r>
            <a:r>
              <a:rPr lang="en-US" dirty="0">
                <a:solidFill>
                  <a:srgbClr val="333333"/>
                </a:solidFill>
              </a:rPr>
              <a:t>).</a:t>
            </a:r>
            <a:endParaRPr lang="en-US" dirty="0"/>
          </a:p>
        </p:txBody>
      </p:sp>
      <p:pic>
        <p:nvPicPr>
          <p:cNvPr id="13" name="Espace réservé du contenu 12" descr="Une image contenant capture d’écran, texte, carré, Rectangle&#10;&#10;Le contenu généré par l’IA peut être incorrect.">
            <a:extLst>
              <a:ext uri="{FF2B5EF4-FFF2-40B4-BE49-F238E27FC236}">
                <a16:creationId xmlns:a16="http://schemas.microsoft.com/office/drawing/2014/main" id="{1B050237-31FA-3A1A-64D7-FF8F5F315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870" y="2153777"/>
            <a:ext cx="385428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42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45FBA1-DE81-7DBF-50C1-B6674803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Tableau de contingence : </a:t>
            </a:r>
            <a:r>
              <a:rPr lang="en-US" b="1" kern="0" spc="-1" dirty="0" err="1">
                <a:solidFill>
                  <a:srgbClr val="1A1A1A"/>
                </a:solidFill>
              </a:rPr>
              <a:t>Historique</a:t>
            </a:r>
            <a:r>
              <a:rPr lang="en-US" b="1" kern="0" spc="-1" dirty="0">
                <a:solidFill>
                  <a:srgbClr val="1A1A1A"/>
                </a:solidFill>
              </a:rPr>
              <a:t> de Paiement </a:t>
            </a:r>
            <a:r>
              <a:rPr lang="en-US" b="1" kern="0" spc="-1" dirty="0" err="1">
                <a:solidFill>
                  <a:srgbClr val="1A1A1A"/>
                </a:solidFill>
              </a:rPr>
              <a:t>Prédicteur</a:t>
            </a:r>
            <a:r>
              <a:rPr lang="en-US" b="1" kern="0" spc="-1" dirty="0">
                <a:solidFill>
                  <a:srgbClr val="1A1A1A"/>
                </a:solidFill>
              </a:rPr>
              <a:t> </a:t>
            </a:r>
            <a:r>
              <a:rPr lang="en-US" b="1" kern="0" spc="-1" dirty="0" err="1">
                <a:solidFill>
                  <a:srgbClr val="1A1A1A"/>
                </a:solidFill>
              </a:rPr>
              <a:t>Majeur</a:t>
            </a:r>
            <a:br>
              <a:rPr lang="en-US" dirty="0"/>
            </a:br>
            <a:endParaRPr lang="fr-CA" dirty="0"/>
          </a:p>
        </p:txBody>
      </p:sp>
      <p:pic>
        <p:nvPicPr>
          <p:cNvPr id="5" name="Espace réservé du contenu 4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120160EC-0A2A-6C08-480B-5451BC941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211" y="2350422"/>
            <a:ext cx="4434575" cy="344963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76364771-5DFF-7C4A-3A08-F5EDB06FB259}"/>
              </a:ext>
            </a:extLst>
          </p:cNvPr>
          <p:cNvSpPr/>
          <p:nvPr/>
        </p:nvSpPr>
        <p:spPr>
          <a:xfrm>
            <a:off x="6253216" y="2477268"/>
            <a:ext cx="5415459" cy="1173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Paiement à </a:t>
            </a:r>
            <a:r>
              <a:rPr lang="en-US" sz="1600" b="1" dirty="0" err="1">
                <a:solidFill>
                  <a:srgbClr val="1A1A1A"/>
                </a:solidFill>
                <a:latin typeface="Calibri" panose="020F0502020204030204"/>
              </a:rPr>
              <a:t>l'échéance</a:t>
            </a:r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 (-1 </a:t>
            </a:r>
            <a:r>
              <a:rPr lang="en-US" sz="1600" b="1" dirty="0" err="1">
                <a:solidFill>
                  <a:srgbClr val="1A1A1A"/>
                </a:solidFill>
                <a:latin typeface="Calibri" panose="020F0502020204030204"/>
              </a:rPr>
              <a:t>ou</a:t>
            </a:r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 0): </a:t>
            </a:r>
            <a:r>
              <a:rPr lang="en-US" sz="1600" dirty="0" err="1">
                <a:solidFill>
                  <a:srgbClr val="333333"/>
                </a:solidFill>
                <a:latin typeface="Calibri" panose="020F0502020204030204"/>
              </a:rPr>
              <a:t>Taux</a:t>
            </a:r>
            <a:r>
              <a:rPr lang="en-US" sz="1600" dirty="0">
                <a:solidFill>
                  <a:srgbClr val="333333"/>
                </a:solidFill>
                <a:latin typeface="Calibri" panose="020F0502020204030204"/>
              </a:rPr>
              <a:t> de </a:t>
            </a:r>
            <a:r>
              <a:rPr lang="en-US" sz="1600" dirty="0" err="1">
                <a:solidFill>
                  <a:srgbClr val="333333"/>
                </a:solidFill>
                <a:latin typeface="Calibri" panose="020F0502020204030204"/>
              </a:rPr>
              <a:t>défaut</a:t>
            </a:r>
            <a:r>
              <a:rPr lang="en-US" sz="1600" dirty="0">
                <a:solidFill>
                  <a:srgbClr val="333333"/>
                </a:solidFill>
                <a:latin typeface="Calibri" panose="020F0502020204030204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anose="020F0502020204030204"/>
              </a:rPr>
              <a:t>faible</a:t>
            </a:r>
            <a:r>
              <a:rPr lang="en-US" sz="1600" dirty="0">
                <a:solidFill>
                  <a:srgbClr val="333333"/>
                </a:solidFill>
                <a:latin typeface="Calibri" panose="020F0502020204030204"/>
              </a:rPr>
              <a:t> (~16-17%): </a:t>
            </a:r>
            <a:endParaRPr lang="en-US" sz="1600" b="1" dirty="0">
              <a:solidFill>
                <a:srgbClr val="1A1A1A"/>
              </a:solidFill>
              <a:latin typeface="Calibri" panose="020F0502020204030204"/>
            </a:endParaRPr>
          </a:p>
          <a:p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Retard de 1 </a:t>
            </a:r>
            <a:r>
              <a:rPr lang="en-US" sz="1600" b="1" dirty="0" err="1">
                <a:solidFill>
                  <a:srgbClr val="1A1A1A"/>
                </a:solidFill>
                <a:latin typeface="Calibri" panose="020F0502020204030204"/>
              </a:rPr>
              <a:t>mois</a:t>
            </a:r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: </a:t>
            </a:r>
            <a:r>
              <a:rPr lang="en-US" sz="1600" dirty="0" err="1">
                <a:solidFill>
                  <a:srgbClr val="333333"/>
                </a:solidFill>
                <a:latin typeface="Calibri" panose="020F0502020204030204"/>
              </a:rPr>
              <a:t>Hausse</a:t>
            </a:r>
            <a:r>
              <a:rPr lang="en-US" sz="1600" dirty="0">
                <a:solidFill>
                  <a:srgbClr val="333333"/>
                </a:solidFill>
                <a:latin typeface="Calibri" panose="020F0502020204030204"/>
              </a:rPr>
              <a:t> notable du </a:t>
            </a:r>
            <a:r>
              <a:rPr lang="en-US" sz="1600" dirty="0" err="1">
                <a:solidFill>
                  <a:srgbClr val="333333"/>
                </a:solidFill>
                <a:latin typeface="Calibri" panose="020F0502020204030204"/>
              </a:rPr>
              <a:t>risque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Retard ≥ 2 </a:t>
            </a:r>
            <a:r>
              <a:rPr lang="en-US" sz="1600" b="1" dirty="0" err="1">
                <a:solidFill>
                  <a:srgbClr val="1A1A1A"/>
                </a:solidFill>
                <a:latin typeface="Calibri" panose="020F0502020204030204"/>
              </a:rPr>
              <a:t>mois</a:t>
            </a:r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: </a:t>
            </a:r>
            <a:r>
              <a:rPr lang="en-US" sz="1600" dirty="0" err="1">
                <a:solidFill>
                  <a:srgbClr val="333333"/>
                </a:solidFill>
                <a:latin typeface="Calibri" panose="020F0502020204030204"/>
              </a:rPr>
              <a:t>Taux</a:t>
            </a:r>
            <a:r>
              <a:rPr lang="en-US" sz="1600" dirty="0">
                <a:solidFill>
                  <a:srgbClr val="333333"/>
                </a:solidFill>
                <a:latin typeface="Calibri" panose="020F0502020204030204"/>
              </a:rPr>
              <a:t> de </a:t>
            </a:r>
            <a:r>
              <a:rPr lang="en-US" sz="1600" dirty="0" err="1">
                <a:solidFill>
                  <a:srgbClr val="333333"/>
                </a:solidFill>
                <a:latin typeface="Calibri" panose="020F0502020204030204"/>
              </a:rPr>
              <a:t>défaut</a:t>
            </a:r>
            <a:r>
              <a:rPr lang="en-US" sz="1600" dirty="0">
                <a:solidFill>
                  <a:srgbClr val="333333"/>
                </a:solidFill>
                <a:latin typeface="Calibri" panose="020F0502020204030204"/>
              </a:rPr>
              <a:t> </a:t>
            </a:r>
            <a:r>
              <a:rPr lang="en-US" sz="1600" b="1" dirty="0">
                <a:solidFill>
                  <a:srgbClr val="D93025"/>
                </a:solidFill>
                <a:latin typeface="Calibri" panose="020F0502020204030204"/>
              </a:rPr>
              <a:t>très </a:t>
            </a:r>
            <a:r>
              <a:rPr lang="en-US" sz="1600" b="1" dirty="0" err="1">
                <a:solidFill>
                  <a:srgbClr val="D93025"/>
                </a:solidFill>
                <a:latin typeface="Calibri" panose="020F0502020204030204"/>
              </a:rPr>
              <a:t>élevés</a:t>
            </a:r>
            <a:r>
              <a:rPr lang="en-US" sz="1600" b="1" dirty="0">
                <a:solidFill>
                  <a:srgbClr val="D93025"/>
                </a:solidFill>
                <a:latin typeface="Calibri" panose="020F0502020204030204"/>
              </a:rPr>
              <a:t> (50 à 80%)</a:t>
            </a:r>
          </a:p>
          <a:p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Retards </a:t>
            </a:r>
            <a:r>
              <a:rPr lang="en-US" sz="1600" b="1" dirty="0" err="1">
                <a:solidFill>
                  <a:srgbClr val="1A1A1A"/>
                </a:solidFill>
                <a:latin typeface="Calibri" panose="020F0502020204030204"/>
              </a:rPr>
              <a:t>prolongés</a:t>
            </a:r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 (≥ 4 </a:t>
            </a:r>
            <a:r>
              <a:rPr lang="en-US" sz="1600" b="1" dirty="0" err="1">
                <a:solidFill>
                  <a:srgbClr val="1A1A1A"/>
                </a:solidFill>
                <a:latin typeface="Calibri" panose="020F0502020204030204"/>
              </a:rPr>
              <a:t>mois</a:t>
            </a:r>
            <a:r>
              <a:rPr lang="en-US" sz="1600" b="1" dirty="0">
                <a:solidFill>
                  <a:srgbClr val="1A1A1A"/>
                </a:solidFill>
                <a:latin typeface="Calibri" panose="020F0502020204030204"/>
              </a:rPr>
              <a:t>): </a:t>
            </a:r>
            <a:r>
              <a:rPr lang="en-US" sz="1600" dirty="0" err="1">
                <a:solidFill>
                  <a:srgbClr val="333333"/>
                </a:solidFill>
                <a:latin typeface="Calibri" panose="020F0502020204030204"/>
              </a:rPr>
              <a:t>Profils</a:t>
            </a:r>
            <a:r>
              <a:rPr lang="en-US" sz="1600" dirty="0">
                <a:solidFill>
                  <a:srgbClr val="333333"/>
                </a:solidFill>
                <a:latin typeface="Calibri" panose="020F0502020204030204"/>
              </a:rPr>
              <a:t> les plus </a:t>
            </a:r>
            <a:r>
              <a:rPr lang="en-US" sz="1600" dirty="0" err="1">
                <a:solidFill>
                  <a:srgbClr val="333333"/>
                </a:solidFill>
                <a:latin typeface="Calibri" panose="020F0502020204030204"/>
              </a:rPr>
              <a:t>risqués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ts val="1400"/>
              </a:lnSpc>
            </a:pP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028E27E-B7F7-EE36-7DE0-4FC445502757}"/>
              </a:ext>
            </a:extLst>
          </p:cNvPr>
          <p:cNvGrpSpPr/>
          <p:nvPr/>
        </p:nvGrpSpPr>
        <p:grpSpPr>
          <a:xfrm>
            <a:off x="6531462" y="4144777"/>
            <a:ext cx="4523392" cy="1528436"/>
            <a:chOff x="4407694" y="3623667"/>
            <a:chExt cx="4164806" cy="1468013"/>
          </a:xfrm>
        </p:grpSpPr>
        <p:sp>
          <p:nvSpPr>
            <p:cNvPr id="8" name="Shape 14">
              <a:extLst>
                <a:ext uri="{FF2B5EF4-FFF2-40B4-BE49-F238E27FC236}">
                  <a16:creationId xmlns:a16="http://schemas.microsoft.com/office/drawing/2014/main" id="{5AF96935-153E-1FB5-BF0A-CF39CC68FAA6}"/>
                </a:ext>
              </a:extLst>
            </p:cNvPr>
            <p:cNvSpPr/>
            <p:nvPr/>
          </p:nvSpPr>
          <p:spPr>
            <a:xfrm>
              <a:off x="4407694" y="3623667"/>
              <a:ext cx="4164806" cy="1468013"/>
            </a:xfrm>
            <a:prstGeom prst="rect">
              <a:avLst/>
            </a:prstGeom>
            <a:solidFill>
              <a:srgbClr val="1A1A1A"/>
            </a:solidFill>
            <a:ln/>
          </p:spPr>
          <p:txBody>
            <a:bodyPr/>
            <a:lstStyle/>
            <a:p>
              <a:endParaRPr lang="fr-CA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15">
              <a:extLst>
                <a:ext uri="{FF2B5EF4-FFF2-40B4-BE49-F238E27FC236}">
                  <a16:creationId xmlns:a16="http://schemas.microsoft.com/office/drawing/2014/main" id="{EC1E1752-C667-8AD0-07A5-B6005239D5A8}"/>
                </a:ext>
              </a:extLst>
            </p:cNvPr>
            <p:cNvSpPr/>
            <p:nvPr/>
          </p:nvSpPr>
          <p:spPr>
            <a:xfrm>
              <a:off x="4550569" y="3766542"/>
              <a:ext cx="3879056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885" b="1" kern="0" spc="1" dirty="0">
                  <a:solidFill>
                    <a:srgbClr val="D93025"/>
                  </a:solidFill>
                  <a:latin typeface="Calibri" panose="020F0502020204030204"/>
                </a:rPr>
                <a:t>Implication Stratégique</a:t>
              </a:r>
              <a:endParaRPr lang="en-US" sz="885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566CA619-4471-534B-4CF7-6C38F1D5E120}"/>
                </a:ext>
              </a:extLst>
            </p:cNvPr>
            <p:cNvSpPr/>
            <p:nvPr/>
          </p:nvSpPr>
          <p:spPr>
            <a:xfrm>
              <a:off x="4550569" y="4048720"/>
              <a:ext cx="3879056" cy="9000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sz="942" dirty="0">
                  <a:solidFill>
                    <a:srgbClr val="FFFFFF"/>
                  </a:solidFill>
                  <a:latin typeface="Calibri" panose="020F0502020204030204"/>
                </a:rPr>
                <a:t>L'historique de paiement est la variable déterminante. Les retards constituent un signal d'alerte opérationnel majeur. 
</a:t>
              </a:r>
              <a:r>
                <a:rPr lang="en-US" sz="885" b="1" dirty="0">
                  <a:solidFill>
                    <a:srgbClr val="FFFFFF"/>
                  </a:solidFill>
                  <a:latin typeface="Calibri" panose="020F0502020204030204"/>
                </a:rPr>
                <a:t>Action :</a:t>
              </a:r>
              <a:r>
                <a:rPr lang="en-US" sz="942" dirty="0">
                  <a:solidFill>
                    <a:srgbClr val="FFFFFF"/>
                  </a:solidFill>
                  <a:latin typeface="Calibri" panose="020F0502020204030204"/>
                </a:rPr>
                <a:t> Utilisation prioritaire des variables PAY_x dans la segmentation et le scoring.</a:t>
              </a:r>
              <a:endParaRPr lang="en-US" sz="942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1" name="Text 4">
            <a:extLst>
              <a:ext uri="{FF2B5EF4-FFF2-40B4-BE49-F238E27FC236}">
                <a16:creationId xmlns:a16="http://schemas.microsoft.com/office/drawing/2014/main" id="{36B0F831-425F-FDDF-C5A3-64FB143BC344}"/>
              </a:ext>
            </a:extLst>
          </p:cNvPr>
          <p:cNvSpPr/>
          <p:nvPr/>
        </p:nvSpPr>
        <p:spPr>
          <a:xfrm>
            <a:off x="1613720" y="2004898"/>
            <a:ext cx="8664808" cy="21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/>
              <a:t>Les retards de paiement constituent l'indicateur le plus puissant du risque de défaut</a:t>
            </a:r>
          </a:p>
        </p:txBody>
      </p:sp>
    </p:spTree>
    <p:extLst>
      <p:ext uri="{BB962C8B-B14F-4D97-AF65-F5344CB8AC3E}">
        <p14:creationId xmlns:p14="http://schemas.microsoft.com/office/powerpoint/2010/main" val="178708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7CF271-8E31-3023-6C64-508E430C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>
              <a:lnSpc>
                <a:spcPts val="3200"/>
              </a:lnSpc>
            </a:pPr>
            <a:r>
              <a:rPr lang="en-US" sz="2400" b="1" kern="0" spc="-1" dirty="0" err="1">
                <a:solidFill>
                  <a:srgbClr val="1A1A1A"/>
                </a:solidFill>
              </a:rPr>
              <a:t>Analyse</a:t>
            </a:r>
            <a:r>
              <a:rPr lang="en-US" sz="2400" b="1" kern="0" spc="-1" dirty="0">
                <a:solidFill>
                  <a:srgbClr val="1A1A1A"/>
                </a:solidFill>
              </a:rPr>
              <a:t> </a:t>
            </a:r>
            <a:r>
              <a:rPr lang="en-US" sz="2400" b="1" kern="0" spc="-1" dirty="0" err="1">
                <a:solidFill>
                  <a:srgbClr val="1A1A1A"/>
                </a:solidFill>
              </a:rPr>
              <a:t>en</a:t>
            </a:r>
            <a:r>
              <a:rPr lang="en-US" sz="2400" b="1" kern="0" spc="-1" dirty="0">
                <a:solidFill>
                  <a:srgbClr val="1A1A1A"/>
                </a:solidFill>
              </a:rPr>
              <a:t> </a:t>
            </a:r>
            <a:r>
              <a:rPr lang="en-US" sz="2400" b="1" kern="0" spc="-1" dirty="0" err="1">
                <a:solidFill>
                  <a:srgbClr val="1A1A1A"/>
                </a:solidFill>
              </a:rPr>
              <a:t>Composantes</a:t>
            </a:r>
            <a:r>
              <a:rPr lang="en-US" sz="2400" b="1" kern="0" spc="-1" dirty="0">
                <a:solidFill>
                  <a:srgbClr val="1A1A1A"/>
                </a:solidFill>
              </a:rPr>
              <a:t> </a:t>
            </a:r>
            <a:r>
              <a:rPr lang="en-US" sz="2400" b="1" kern="0" spc="-1" dirty="0" err="1">
                <a:solidFill>
                  <a:srgbClr val="1A1A1A"/>
                </a:solidFill>
              </a:rPr>
              <a:t>Principales</a:t>
            </a:r>
            <a:r>
              <a:rPr lang="en-US" sz="2400" b="1" kern="0" spc="-1" dirty="0">
                <a:solidFill>
                  <a:srgbClr val="1A1A1A"/>
                </a:solidFill>
              </a:rPr>
              <a:t> (ACP)</a:t>
            </a:r>
            <a:endParaRPr lang="en-US" sz="2400" dirty="0"/>
          </a:p>
        </p:txBody>
      </p:sp>
      <p:pic>
        <p:nvPicPr>
          <p:cNvPr id="11" name="Image 10" descr="Une image contenant Tracé, lign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54C0047-AB1C-6003-39AD-D6E93EF9C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985" y="2014410"/>
            <a:ext cx="3970364" cy="2568163"/>
          </a:xfrm>
          <a:prstGeom prst="rect">
            <a:avLst/>
          </a:prstGeom>
        </p:spPr>
      </p:pic>
      <p:pic>
        <p:nvPicPr>
          <p:cNvPr id="15" name="Image 14" descr="Une image contenant texte, capture d’écran, noir et blanc, monochrome&#10;&#10;Le contenu généré par l’IA peut être incorrect.">
            <a:extLst>
              <a:ext uri="{FF2B5EF4-FFF2-40B4-BE49-F238E27FC236}">
                <a16:creationId xmlns:a16="http://schemas.microsoft.com/office/drawing/2014/main" id="{23B6ECEE-E9BB-AF8C-9B5C-E576D99F7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842" y="2144918"/>
            <a:ext cx="5283728" cy="256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10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03B3D-BE89-6486-C72E-742FB93E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ABDB50-F418-B8D6-E25A-A35AD36F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>
              <a:lnSpc>
                <a:spcPts val="3200"/>
              </a:lnSpc>
            </a:pPr>
            <a:r>
              <a:rPr lang="en-US" sz="2400" b="1" kern="0" spc="-1" dirty="0" err="1">
                <a:solidFill>
                  <a:srgbClr val="1A1A1A"/>
                </a:solidFill>
              </a:rPr>
              <a:t>Analyse</a:t>
            </a:r>
            <a:r>
              <a:rPr lang="en-US" sz="2400" b="1" kern="0" spc="-1" dirty="0">
                <a:solidFill>
                  <a:srgbClr val="1A1A1A"/>
                </a:solidFill>
              </a:rPr>
              <a:t> </a:t>
            </a:r>
            <a:r>
              <a:rPr lang="en-US" sz="2400" b="1" kern="0" spc="-1" dirty="0" err="1">
                <a:solidFill>
                  <a:srgbClr val="1A1A1A"/>
                </a:solidFill>
              </a:rPr>
              <a:t>en</a:t>
            </a:r>
            <a:r>
              <a:rPr lang="en-US" sz="2400" b="1" kern="0" spc="-1" dirty="0">
                <a:solidFill>
                  <a:srgbClr val="1A1A1A"/>
                </a:solidFill>
              </a:rPr>
              <a:t> </a:t>
            </a:r>
            <a:r>
              <a:rPr lang="en-US" sz="2400" b="1" kern="0" spc="-1" dirty="0" err="1">
                <a:solidFill>
                  <a:srgbClr val="1A1A1A"/>
                </a:solidFill>
              </a:rPr>
              <a:t>Composantes</a:t>
            </a:r>
            <a:r>
              <a:rPr lang="en-US" sz="2400" b="1" kern="0" spc="-1" dirty="0">
                <a:solidFill>
                  <a:srgbClr val="1A1A1A"/>
                </a:solidFill>
              </a:rPr>
              <a:t> </a:t>
            </a:r>
            <a:r>
              <a:rPr lang="en-US" sz="2400" b="1" kern="0" spc="-1" dirty="0" err="1">
                <a:solidFill>
                  <a:srgbClr val="1A1A1A"/>
                </a:solidFill>
              </a:rPr>
              <a:t>Principales</a:t>
            </a:r>
            <a:r>
              <a:rPr lang="en-US" sz="2400" b="1" kern="0" spc="-1" dirty="0">
                <a:solidFill>
                  <a:srgbClr val="1A1A1A"/>
                </a:solidFill>
              </a:rPr>
              <a:t> (ACP)</a:t>
            </a:r>
            <a:endParaRPr lang="en-US" sz="24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F7B2C604-9476-8B02-C665-9E500CF46F92}"/>
              </a:ext>
            </a:extLst>
          </p:cNvPr>
          <p:cNvSpPr/>
          <p:nvPr/>
        </p:nvSpPr>
        <p:spPr>
          <a:xfrm>
            <a:off x="2125849" y="2818821"/>
            <a:ext cx="629788" cy="1406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0"/>
              </a:lnSpc>
            </a:pPr>
            <a:r>
              <a:rPr lang="en-US" sz="1600" b="1" dirty="0">
                <a:solidFill>
                  <a:srgbClr val="666666"/>
                </a:solidFill>
                <a:latin typeface="Calibri" panose="020F0502020204030204"/>
              </a:rPr>
              <a:t>Étape 1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B17FDCC3-BA2B-569F-4B96-6A873BB695D6}"/>
              </a:ext>
            </a:extLst>
          </p:cNvPr>
          <p:cNvGrpSpPr/>
          <p:nvPr/>
        </p:nvGrpSpPr>
        <p:grpSpPr>
          <a:xfrm>
            <a:off x="1651738" y="2320544"/>
            <a:ext cx="8734930" cy="3342865"/>
            <a:chOff x="571500" y="1603772"/>
            <a:chExt cx="8734930" cy="3342865"/>
          </a:xfrm>
        </p:grpSpPr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7F7DD0A6-C138-60EA-5DCF-070CFC054202}"/>
                </a:ext>
              </a:extLst>
            </p:cNvPr>
            <p:cNvSpPr/>
            <p:nvPr/>
          </p:nvSpPr>
          <p:spPr>
            <a:xfrm>
              <a:off x="571500" y="1603772"/>
              <a:ext cx="6912598" cy="208006"/>
            </a:xfrm>
            <a:prstGeom prst="rect">
              <a:avLst/>
            </a:prstGeom>
            <a:noFill/>
            <a:ln/>
          </p:spPr>
          <p:txBody>
            <a:bodyPr wrap="none" lIns="170053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dirty="0">
                  <a:solidFill>
                    <a:srgbClr val="666666"/>
                  </a:solidFill>
                  <a:latin typeface="Calibri" panose="020F0502020204030204"/>
                </a:rPr>
                <a:t>La réduction de dimension révèle les axes majeurs des comportements financiers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86327E3A-0728-B852-6A2B-566AAE24C787}"/>
                </a:ext>
              </a:extLst>
            </p:cNvPr>
            <p:cNvSpPr/>
            <p:nvPr/>
          </p:nvSpPr>
          <p:spPr>
            <a:xfrm>
              <a:off x="857250" y="2280642"/>
              <a:ext cx="1980670" cy="188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Calibri" panose="020F0502020204030204"/>
                </a:rPr>
                <a:t>Winsorisation (Outliers)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065F2C1F-6A71-6B2F-B50F-AE3509A2F18B}"/>
                </a:ext>
              </a:extLst>
            </p:cNvPr>
            <p:cNvSpPr/>
            <p:nvPr/>
          </p:nvSpPr>
          <p:spPr>
            <a:xfrm>
              <a:off x="4303244" y="2109192"/>
              <a:ext cx="629788" cy="1406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900"/>
                </a:lnSpc>
              </a:pPr>
              <a:r>
                <a:rPr lang="en-US" sz="1600" b="1" dirty="0">
                  <a:solidFill>
                    <a:srgbClr val="666666"/>
                  </a:solidFill>
                  <a:latin typeface="Calibri" panose="020F0502020204030204"/>
                </a:rPr>
                <a:t>Étape 2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9F7F7F5D-6965-4B29-6579-1108B00A5541}"/>
                </a:ext>
              </a:extLst>
            </p:cNvPr>
            <p:cNvSpPr/>
            <p:nvPr/>
          </p:nvSpPr>
          <p:spPr>
            <a:xfrm>
              <a:off x="4303244" y="2280642"/>
              <a:ext cx="1302408" cy="188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Calibri" panose="020F0502020204030204"/>
                </a:rPr>
                <a:t>Standardisation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Text 13">
              <a:extLst>
                <a:ext uri="{FF2B5EF4-FFF2-40B4-BE49-F238E27FC236}">
                  <a16:creationId xmlns:a16="http://schemas.microsoft.com/office/drawing/2014/main" id="{3B621246-80D7-C6B7-49AE-5FCEDB6EBFD6}"/>
                </a:ext>
              </a:extLst>
            </p:cNvPr>
            <p:cNvSpPr/>
            <p:nvPr/>
          </p:nvSpPr>
          <p:spPr>
            <a:xfrm>
              <a:off x="7231735" y="2109192"/>
              <a:ext cx="629788" cy="1406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900"/>
                </a:lnSpc>
              </a:pPr>
              <a:r>
                <a:rPr lang="en-US" sz="1600" b="1" dirty="0">
                  <a:solidFill>
                    <a:srgbClr val="666666"/>
                  </a:solidFill>
                  <a:latin typeface="Calibri" panose="020F0502020204030204"/>
                </a:rPr>
                <a:t>Étape 3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Text 14">
              <a:extLst>
                <a:ext uri="{FF2B5EF4-FFF2-40B4-BE49-F238E27FC236}">
                  <a16:creationId xmlns:a16="http://schemas.microsoft.com/office/drawing/2014/main" id="{8AA8F127-F952-9BFF-C4CC-F680B7BC291C}"/>
                </a:ext>
              </a:extLst>
            </p:cNvPr>
            <p:cNvSpPr/>
            <p:nvPr/>
          </p:nvSpPr>
          <p:spPr>
            <a:xfrm>
              <a:off x="7231735" y="2280642"/>
              <a:ext cx="1317348" cy="188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Calibri" panose="020F0502020204030204"/>
                </a:rPr>
                <a:t>Application ACP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Text 15">
              <a:extLst>
                <a:ext uri="{FF2B5EF4-FFF2-40B4-BE49-F238E27FC236}">
                  <a16:creationId xmlns:a16="http://schemas.microsoft.com/office/drawing/2014/main" id="{77B9B158-281E-FF3F-A54E-3B7382C9D2B2}"/>
                </a:ext>
              </a:extLst>
            </p:cNvPr>
            <p:cNvSpPr/>
            <p:nvPr/>
          </p:nvSpPr>
          <p:spPr>
            <a:xfrm>
              <a:off x="571500" y="2775347"/>
              <a:ext cx="3280065" cy="188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sz="1600" b="1" kern="0" spc="1" dirty="0">
                  <a:solidFill>
                    <a:srgbClr val="D93025"/>
                  </a:solidFill>
                  <a:latin typeface="Calibri" panose="020F0502020204030204"/>
                </a:rPr>
                <a:t>Résultats : 3 Axes Principaux Identifiés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" name="Text 16">
              <a:extLst>
                <a:ext uri="{FF2B5EF4-FFF2-40B4-BE49-F238E27FC236}">
                  <a16:creationId xmlns:a16="http://schemas.microsoft.com/office/drawing/2014/main" id="{33B9C019-6FC4-E4D3-B271-4ECC3DD2EAA4}"/>
                </a:ext>
              </a:extLst>
            </p:cNvPr>
            <p:cNvSpPr/>
            <p:nvPr/>
          </p:nvSpPr>
          <p:spPr>
            <a:xfrm>
              <a:off x="571500" y="3212902"/>
              <a:ext cx="208390" cy="4003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1600" b="1" dirty="0">
                  <a:solidFill>
                    <a:srgbClr val="D93025">
                      <a:alpha val="20000"/>
                    </a:srgbClr>
                  </a:solidFill>
                  <a:latin typeface="Calibri" panose="020F0502020204030204"/>
                </a:rPr>
                <a:t>01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" name="Text 17">
              <a:extLst>
                <a:ext uri="{FF2B5EF4-FFF2-40B4-BE49-F238E27FC236}">
                  <a16:creationId xmlns:a16="http://schemas.microsoft.com/office/drawing/2014/main" id="{4BC83026-B079-7B03-DBE6-85E53F52B723}"/>
                </a:ext>
              </a:extLst>
            </p:cNvPr>
            <p:cNvSpPr/>
            <p:nvPr/>
          </p:nvSpPr>
          <p:spPr>
            <a:xfrm>
              <a:off x="571500" y="3712964"/>
              <a:ext cx="1575752" cy="2080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Calibri" panose="020F0502020204030204"/>
                </a:rPr>
                <a:t>Activité Financière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" name="Text 18">
              <a:extLst>
                <a:ext uri="{FF2B5EF4-FFF2-40B4-BE49-F238E27FC236}">
                  <a16:creationId xmlns:a16="http://schemas.microsoft.com/office/drawing/2014/main" id="{43037C66-F8E5-8E2A-E7A2-74B1F3C41821}"/>
                </a:ext>
              </a:extLst>
            </p:cNvPr>
            <p:cNvSpPr/>
            <p:nvPr/>
          </p:nvSpPr>
          <p:spPr>
            <a:xfrm>
              <a:off x="571500" y="3989784"/>
              <a:ext cx="2476481" cy="3458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sz="1600" dirty="0">
                  <a:solidFill>
                    <a:srgbClr val="333333"/>
                  </a:solidFill>
                  <a:latin typeface="Calibri" panose="020F0502020204030204"/>
                </a:rPr>
                <a:t>Capture le volume global des montants facturés et payés.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1" name="Text 19">
              <a:extLst>
                <a:ext uri="{FF2B5EF4-FFF2-40B4-BE49-F238E27FC236}">
                  <a16:creationId xmlns:a16="http://schemas.microsoft.com/office/drawing/2014/main" id="{09C1A362-102E-3543-C029-E15D2DB456F3}"/>
                </a:ext>
              </a:extLst>
            </p:cNvPr>
            <p:cNvSpPr/>
            <p:nvPr/>
          </p:nvSpPr>
          <p:spPr>
            <a:xfrm>
              <a:off x="3333731" y="3212902"/>
              <a:ext cx="208390" cy="4003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1600" b="1" dirty="0">
                  <a:solidFill>
                    <a:srgbClr val="D93025">
                      <a:alpha val="20000"/>
                    </a:srgbClr>
                  </a:solidFill>
                  <a:latin typeface="Calibri" panose="020F0502020204030204"/>
                </a:rPr>
                <a:t>02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23394CDB-6586-2BE2-03F5-420989A0CA97}"/>
                </a:ext>
              </a:extLst>
            </p:cNvPr>
            <p:cNvSpPr/>
            <p:nvPr/>
          </p:nvSpPr>
          <p:spPr>
            <a:xfrm>
              <a:off x="3333731" y="3712964"/>
              <a:ext cx="1452321" cy="2080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Calibri" panose="020F0502020204030204"/>
                </a:rPr>
                <a:t>Risque de Défaut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4947B257-4B74-D850-7274-7FB29D23C102}"/>
                </a:ext>
              </a:extLst>
            </p:cNvPr>
            <p:cNvSpPr/>
            <p:nvPr/>
          </p:nvSpPr>
          <p:spPr>
            <a:xfrm>
              <a:off x="3333731" y="3989784"/>
              <a:ext cx="2476509" cy="512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sz="1600" dirty="0">
                  <a:solidFill>
                    <a:srgbClr val="333333"/>
                  </a:solidFill>
                  <a:latin typeface="Calibri" panose="020F0502020204030204"/>
                </a:rPr>
                <a:t>Représente le comportement de paiement et l'historique des retards.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" name="Text 22">
              <a:extLst>
                <a:ext uri="{FF2B5EF4-FFF2-40B4-BE49-F238E27FC236}">
                  <a16:creationId xmlns:a16="http://schemas.microsoft.com/office/drawing/2014/main" id="{F49A5A15-9E7D-BC28-EC65-0217AB19AED6}"/>
                </a:ext>
              </a:extLst>
            </p:cNvPr>
            <p:cNvSpPr/>
            <p:nvPr/>
          </p:nvSpPr>
          <p:spPr>
            <a:xfrm>
              <a:off x="6095991" y="3212902"/>
              <a:ext cx="208390" cy="4003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1600" b="1" dirty="0">
                  <a:solidFill>
                    <a:srgbClr val="D93025">
                      <a:alpha val="20000"/>
                    </a:srgbClr>
                  </a:solidFill>
                  <a:latin typeface="Calibri" panose="020F0502020204030204"/>
                </a:rPr>
                <a:t>03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5" name="Text 23">
              <a:extLst>
                <a:ext uri="{FF2B5EF4-FFF2-40B4-BE49-F238E27FC236}">
                  <a16:creationId xmlns:a16="http://schemas.microsoft.com/office/drawing/2014/main" id="{93E3E2FC-6E0C-D318-41E1-034A92116A0B}"/>
                </a:ext>
              </a:extLst>
            </p:cNvPr>
            <p:cNvSpPr/>
            <p:nvPr/>
          </p:nvSpPr>
          <p:spPr>
            <a:xfrm>
              <a:off x="6095991" y="3712964"/>
              <a:ext cx="1874937" cy="2080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Calibri" panose="020F0502020204030204"/>
                </a:rPr>
                <a:t>Profil Démographique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6" name="Text 24">
              <a:extLst>
                <a:ext uri="{FF2B5EF4-FFF2-40B4-BE49-F238E27FC236}">
                  <a16:creationId xmlns:a16="http://schemas.microsoft.com/office/drawing/2014/main" id="{69F6EDF4-D986-F3DB-72ED-AF3343A44383}"/>
                </a:ext>
              </a:extLst>
            </p:cNvPr>
            <p:cNvSpPr/>
            <p:nvPr/>
          </p:nvSpPr>
          <p:spPr>
            <a:xfrm>
              <a:off x="6095991" y="3989784"/>
              <a:ext cx="2665861" cy="3458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sz="1600" dirty="0">
                  <a:solidFill>
                    <a:srgbClr val="333333"/>
                  </a:solidFill>
                  <a:latin typeface="Calibri" panose="020F0502020204030204"/>
                </a:rPr>
                <a:t>Lié principalement à l'âge et à la limite de crédit accordée.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7" name="Shape 25">
              <a:extLst>
                <a:ext uri="{FF2B5EF4-FFF2-40B4-BE49-F238E27FC236}">
                  <a16:creationId xmlns:a16="http://schemas.microsoft.com/office/drawing/2014/main" id="{37849EDF-33FF-6296-DC7E-4D0301916F80}"/>
                </a:ext>
              </a:extLst>
            </p:cNvPr>
            <p:cNvSpPr/>
            <p:nvPr/>
          </p:nvSpPr>
          <p:spPr>
            <a:xfrm>
              <a:off x="571500" y="4509827"/>
              <a:ext cx="8734930" cy="436810"/>
            </a:xfrm>
            <a:prstGeom prst="rect">
              <a:avLst/>
            </a:prstGeom>
            <a:solidFill>
              <a:srgbClr val="1A1A1A"/>
            </a:solidFill>
            <a:ln/>
          </p:spPr>
          <p:txBody>
            <a:bodyPr/>
            <a:lstStyle/>
            <a:p>
              <a:endParaRPr lang="fr-CA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" name="Text 26">
              <a:extLst>
                <a:ext uri="{FF2B5EF4-FFF2-40B4-BE49-F238E27FC236}">
                  <a16:creationId xmlns:a16="http://schemas.microsoft.com/office/drawing/2014/main" id="{295AF243-6159-39A9-9A99-2821EB1E9308}"/>
                </a:ext>
              </a:extLst>
            </p:cNvPr>
            <p:cNvSpPr/>
            <p:nvPr/>
          </p:nvSpPr>
          <p:spPr>
            <a:xfrm>
              <a:off x="750094" y="4609840"/>
              <a:ext cx="1042080" cy="1695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1600" b="1" dirty="0">
                  <a:solidFill>
                    <a:srgbClr val="D93025"/>
                  </a:solidFill>
                  <a:latin typeface="Calibri" panose="020F0502020204030204"/>
                </a:rPr>
                <a:t>Bénéfice Clé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9" name="Text 27">
              <a:extLst>
                <a:ext uri="{FF2B5EF4-FFF2-40B4-BE49-F238E27FC236}">
                  <a16:creationId xmlns:a16="http://schemas.microsoft.com/office/drawing/2014/main" id="{B7929A3B-2AD8-72F0-8593-2267CB373816}"/>
                </a:ext>
              </a:extLst>
            </p:cNvPr>
            <p:cNvSpPr/>
            <p:nvPr/>
          </p:nvSpPr>
          <p:spPr>
            <a:xfrm>
              <a:off x="1833935" y="4609840"/>
              <a:ext cx="7472495" cy="1695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alibri" panose="020F0502020204030204"/>
                </a:rPr>
                <a:t>Réduction de la complexité tout en conservant l'information essentielle pour le clustering.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34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6BF27-F542-58D9-E115-A453C0BB3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100" b="1" kern="0" spc="-1" dirty="0" err="1">
                <a:solidFill>
                  <a:srgbClr val="1A1A1A"/>
                </a:solidFill>
              </a:rPr>
              <a:t>Analyse</a:t>
            </a:r>
            <a:r>
              <a:rPr lang="en-US" sz="3100" b="1" kern="0" spc="-1" dirty="0">
                <a:solidFill>
                  <a:srgbClr val="1A1A1A"/>
                </a:solidFill>
              </a:rPr>
              <a:t> </a:t>
            </a:r>
            <a:r>
              <a:rPr lang="en-US" sz="3100" b="1" kern="0" spc="-1" dirty="0" err="1">
                <a:solidFill>
                  <a:srgbClr val="1A1A1A"/>
                </a:solidFill>
              </a:rPr>
              <a:t>Factorielle</a:t>
            </a:r>
            <a:r>
              <a:rPr lang="en-US" sz="3100" b="1" kern="0" spc="-1" dirty="0">
                <a:solidFill>
                  <a:srgbClr val="1A1A1A"/>
                </a:solidFill>
              </a:rPr>
              <a:t> des </a:t>
            </a:r>
            <a:r>
              <a:rPr lang="en-US" sz="3100" b="1" kern="0" spc="-1" dirty="0" err="1">
                <a:solidFill>
                  <a:srgbClr val="1A1A1A"/>
                </a:solidFill>
              </a:rPr>
              <a:t>Correspondances</a:t>
            </a:r>
            <a:r>
              <a:rPr lang="en-US" sz="3100" b="1" kern="0" spc="-1" dirty="0">
                <a:solidFill>
                  <a:srgbClr val="1A1A1A"/>
                </a:solidFill>
              </a:rPr>
              <a:t> (AFC)</a:t>
            </a:r>
            <a:br>
              <a:rPr lang="en-US" dirty="0"/>
            </a:br>
            <a:endParaRPr lang="fr-CA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AAA587D9-8CC7-FB0D-AC64-535881558991}"/>
              </a:ext>
            </a:extLst>
          </p:cNvPr>
          <p:cNvSpPr/>
          <p:nvPr/>
        </p:nvSpPr>
        <p:spPr>
          <a:xfrm>
            <a:off x="1451580" y="2698707"/>
            <a:ext cx="4988550" cy="274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L’AFC révèle une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relation significative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entre le niveau d’éducation et le défaut de paiement.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Les individus ayant un niveau d’éducation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plus faible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(high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school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university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) sont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plus associés au défaut de paiement (DEF_1)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Les personnes ayant des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études supérieures avancées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(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graduate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school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) sont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davantage associées à l’absence de défaut (DEF_0)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La modalité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“</a:t>
            </a:r>
            <a:r>
              <a:rPr kumimoji="0" lang="fr-F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education_others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”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apparaît comme un groupe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atypique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et isolé, indiquant un profil particulier dans l’échantillon.</a:t>
            </a:r>
          </a:p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4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9895D148-250F-6460-ACDB-1F4D6196DB64}"/>
              </a:ext>
            </a:extLst>
          </p:cNvPr>
          <p:cNvSpPr/>
          <p:nvPr/>
        </p:nvSpPr>
        <p:spPr>
          <a:xfrm>
            <a:off x="1554055" y="2238205"/>
            <a:ext cx="4886075" cy="208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Éducation vs Défaut de paiement</a:t>
            </a:r>
          </a:p>
        </p:txBody>
      </p:sp>
      <p:pic>
        <p:nvPicPr>
          <p:cNvPr id="6" name="Image 5" descr="Une image contenant capture d’écran, texte, ligne, Tracé&#10;&#10;Le contenu généré par l’IA peut être incorrect.">
            <a:extLst>
              <a:ext uri="{FF2B5EF4-FFF2-40B4-BE49-F238E27FC236}">
                <a16:creationId xmlns:a16="http://schemas.microsoft.com/office/drawing/2014/main" id="{BC189A6F-54A4-0F96-7AE5-4B04F8974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13" y="2446275"/>
            <a:ext cx="5519430" cy="220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73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39075A-7A8C-D556-C20F-8EA77760C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738776"/>
          </a:xfrm>
        </p:spPr>
        <p:txBody>
          <a:bodyPr>
            <a:noAutofit/>
          </a:bodyPr>
          <a:lstStyle/>
          <a:p>
            <a:pPr algn="ctr"/>
            <a:r>
              <a:rPr lang="en-US" sz="2800" b="1" kern="0" spc="-1" dirty="0" err="1">
                <a:solidFill>
                  <a:srgbClr val="1A1A1A"/>
                </a:solidFill>
              </a:rPr>
              <a:t>Analyse</a:t>
            </a:r>
            <a:r>
              <a:rPr lang="en-US" sz="2800" b="1" kern="0" spc="-1" dirty="0">
                <a:solidFill>
                  <a:srgbClr val="1A1A1A"/>
                </a:solidFill>
              </a:rPr>
              <a:t> </a:t>
            </a:r>
            <a:r>
              <a:rPr lang="en-US" sz="2800" b="1" kern="0" spc="-1" dirty="0" err="1">
                <a:solidFill>
                  <a:srgbClr val="1A1A1A"/>
                </a:solidFill>
              </a:rPr>
              <a:t>Factorielle</a:t>
            </a:r>
            <a:r>
              <a:rPr lang="en-US" sz="2800" b="1" kern="0" spc="-1" dirty="0">
                <a:solidFill>
                  <a:srgbClr val="1A1A1A"/>
                </a:solidFill>
              </a:rPr>
              <a:t> des </a:t>
            </a:r>
            <a:r>
              <a:rPr lang="en-US" sz="2800" b="1" kern="0" spc="-1" dirty="0" err="1">
                <a:solidFill>
                  <a:srgbClr val="1A1A1A"/>
                </a:solidFill>
              </a:rPr>
              <a:t>Correspondances</a:t>
            </a:r>
            <a:r>
              <a:rPr lang="en-US" sz="2800" b="1" kern="0" spc="-1" dirty="0">
                <a:solidFill>
                  <a:srgbClr val="1A1A1A"/>
                </a:solidFill>
              </a:rPr>
              <a:t> (AFC)</a:t>
            </a:r>
            <a:endParaRPr lang="fr-CA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22DD51-26D4-50E2-A58B-6E6BC54F0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9217" y="2545529"/>
            <a:ext cx="4645152" cy="2519628"/>
          </a:xfrm>
        </p:spPr>
        <p:txBody>
          <a:bodyPr/>
          <a:lstStyle/>
          <a:p>
            <a:r>
              <a:rPr lang="fr-FR" dirty="0"/>
              <a:t>Les femmes (</a:t>
            </a:r>
            <a:r>
              <a:rPr lang="fr-FR" dirty="0" err="1"/>
              <a:t>sex_female</a:t>
            </a:r>
            <a:r>
              <a:rPr lang="fr-FR" dirty="0"/>
              <a:t>) sont plus associées à l’absence de défaut (DEF_0)</a:t>
            </a:r>
          </a:p>
          <a:p>
            <a:r>
              <a:rPr lang="fr-FR" dirty="0"/>
              <a:t>Les hommes (</a:t>
            </a:r>
            <a:r>
              <a:rPr lang="fr-FR" dirty="0" err="1"/>
              <a:t>sex_male</a:t>
            </a:r>
            <a:r>
              <a:rPr lang="fr-FR" dirty="0"/>
              <a:t>) sont plus associés au défaut de paiement (DEF_1).</a:t>
            </a:r>
            <a:endParaRPr lang="fr-CA" dirty="0"/>
          </a:p>
        </p:txBody>
      </p:sp>
      <p:pic>
        <p:nvPicPr>
          <p:cNvPr id="6" name="Espace réservé du contenu 5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EDD2E104-220E-9E29-3DEA-958E94CF7C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31861" y="2010878"/>
            <a:ext cx="5840555" cy="2256322"/>
          </a:xfrm>
          <a:prstGeom prst="rect">
            <a:avLst/>
          </a:prstGeom>
        </p:spPr>
      </p:pic>
      <p:sp>
        <p:nvSpPr>
          <p:cNvPr id="7" name="Text 15">
            <a:extLst>
              <a:ext uri="{FF2B5EF4-FFF2-40B4-BE49-F238E27FC236}">
                <a16:creationId xmlns:a16="http://schemas.microsoft.com/office/drawing/2014/main" id="{36D28A28-8633-DD9D-0223-20CB7558C5A8}"/>
              </a:ext>
            </a:extLst>
          </p:cNvPr>
          <p:cNvSpPr/>
          <p:nvPr/>
        </p:nvSpPr>
        <p:spPr>
          <a:xfrm>
            <a:off x="1554055" y="2238205"/>
            <a:ext cx="4886075" cy="208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sexe vs défaut de paiement</a:t>
            </a:r>
          </a:p>
        </p:txBody>
      </p:sp>
    </p:spTree>
    <p:extLst>
      <p:ext uri="{BB962C8B-B14F-4D97-AF65-F5344CB8AC3E}">
        <p14:creationId xmlns:p14="http://schemas.microsoft.com/office/powerpoint/2010/main" val="3284436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2932A-9FF5-6C48-A030-0AB30635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D7EA6C-38F1-8DAF-F1A0-EAEC9E12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738776"/>
          </a:xfrm>
        </p:spPr>
        <p:txBody>
          <a:bodyPr>
            <a:noAutofit/>
          </a:bodyPr>
          <a:lstStyle/>
          <a:p>
            <a:pPr algn="ctr"/>
            <a:r>
              <a:rPr lang="en-US" sz="2800" b="1" kern="0" spc="-1" dirty="0" err="1">
                <a:solidFill>
                  <a:srgbClr val="1A1A1A"/>
                </a:solidFill>
              </a:rPr>
              <a:t>Analyse</a:t>
            </a:r>
            <a:r>
              <a:rPr lang="en-US" sz="2800" b="1" kern="0" spc="-1" dirty="0">
                <a:solidFill>
                  <a:srgbClr val="1A1A1A"/>
                </a:solidFill>
              </a:rPr>
              <a:t> </a:t>
            </a:r>
            <a:r>
              <a:rPr lang="en-US" sz="2800" b="1" kern="0" spc="-1" dirty="0" err="1">
                <a:solidFill>
                  <a:srgbClr val="1A1A1A"/>
                </a:solidFill>
              </a:rPr>
              <a:t>Factorielle</a:t>
            </a:r>
            <a:r>
              <a:rPr lang="en-US" sz="2800" b="1" kern="0" spc="-1" dirty="0">
                <a:solidFill>
                  <a:srgbClr val="1A1A1A"/>
                </a:solidFill>
              </a:rPr>
              <a:t> des </a:t>
            </a:r>
            <a:r>
              <a:rPr lang="en-US" sz="2800" b="1" kern="0" spc="-1" dirty="0" err="1">
                <a:solidFill>
                  <a:srgbClr val="1A1A1A"/>
                </a:solidFill>
              </a:rPr>
              <a:t>Correspondances</a:t>
            </a:r>
            <a:r>
              <a:rPr lang="en-US" sz="2800" b="1" kern="0" spc="-1" dirty="0">
                <a:solidFill>
                  <a:srgbClr val="1A1A1A"/>
                </a:solidFill>
              </a:rPr>
              <a:t> (AFC)</a:t>
            </a:r>
            <a:endParaRPr lang="fr-CA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9239A0-4EED-E5F5-16EA-C5C1EB48C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9217" y="2545529"/>
            <a:ext cx="4645152" cy="2519628"/>
          </a:xfrm>
        </p:spPr>
        <p:txBody>
          <a:bodyPr/>
          <a:lstStyle/>
          <a:p>
            <a:r>
              <a:rPr lang="fr-FR" dirty="0"/>
              <a:t>L'historique de retard de paiement (pay_0) est un </a:t>
            </a:r>
            <a:r>
              <a:rPr lang="fr-FR" b="1" dirty="0"/>
              <a:t>puissant indicateur</a:t>
            </a:r>
            <a:r>
              <a:rPr lang="fr-FR" dirty="0"/>
              <a:t> du risque de défaut futur. Les clients ayant payé à temps le mois précédent sont les moins susceptibles d'entrer en défaut</a:t>
            </a:r>
            <a:endParaRPr lang="fr-CA" dirty="0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B5A9201C-6D8A-A9E6-4760-433608BE5CF8}"/>
              </a:ext>
            </a:extLst>
          </p:cNvPr>
          <p:cNvSpPr/>
          <p:nvPr/>
        </p:nvSpPr>
        <p:spPr>
          <a:xfrm>
            <a:off x="1554055" y="2238205"/>
            <a:ext cx="4886075" cy="19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L'historique vs défaut de paiement</a:t>
            </a:r>
          </a:p>
        </p:txBody>
      </p:sp>
      <p:pic>
        <p:nvPicPr>
          <p:cNvPr id="11" name="Espace réservé du contenu 10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9EAD8AC3-BDDC-5506-0D58-7F5AC25879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09827" y="2238205"/>
            <a:ext cx="4645025" cy="183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54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D3A7E3-B3C4-A9A1-DDD7-E0665C79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kern="0" spc="-1" dirty="0" err="1">
                <a:solidFill>
                  <a:srgbClr val="1A1A1A"/>
                </a:solidFill>
                <a:latin typeface="Calibri" panose="020F0502020204030204"/>
              </a:rPr>
              <a:t>Analyse</a:t>
            </a:r>
            <a:r>
              <a:rPr lang="en-US" b="1" kern="0" spc="-1" dirty="0">
                <a:solidFill>
                  <a:srgbClr val="1A1A1A"/>
                </a:solidFill>
                <a:latin typeface="Calibri" panose="020F0502020204030204"/>
              </a:rPr>
              <a:t> des </a:t>
            </a:r>
            <a:r>
              <a:rPr lang="en-US" b="1" kern="0" spc="-1" dirty="0" err="1">
                <a:solidFill>
                  <a:srgbClr val="1A1A1A"/>
                </a:solidFill>
                <a:latin typeface="Calibri" panose="020F0502020204030204"/>
              </a:rPr>
              <a:t>Correspondances</a:t>
            </a:r>
            <a:r>
              <a:rPr lang="en-US" b="1" kern="0" spc="-1" dirty="0">
                <a:solidFill>
                  <a:srgbClr val="1A1A1A"/>
                </a:solidFill>
                <a:latin typeface="Calibri" panose="020F0502020204030204"/>
              </a:rPr>
              <a:t> Multiples (ACM)</a:t>
            </a:r>
            <a:endParaRPr lang="fr-CA" dirty="0"/>
          </a:p>
        </p:txBody>
      </p:sp>
      <p:sp>
        <p:nvSpPr>
          <p:cNvPr id="23" name="Espace réservé du contenu 22">
            <a:extLst>
              <a:ext uri="{FF2B5EF4-FFF2-40B4-BE49-F238E27FC236}">
                <a16:creationId xmlns:a16="http://schemas.microsoft.com/office/drawing/2014/main" id="{62CC3DF2-57A6-DF4F-C924-2B43721467B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54330" y="2016125"/>
            <a:ext cx="5952715" cy="394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CA" sz="1400" dirty="0"/>
              <a:t>Le comportement de paiement domine totalement la structure des données</a:t>
            </a:r>
          </a:p>
          <a:p>
            <a:pPr marL="0" indent="0">
              <a:buNone/>
            </a:pPr>
            <a:r>
              <a:rPr lang="fr-CA" sz="1400" dirty="0">
                <a:solidFill>
                  <a:srgbClr val="FF0000"/>
                </a:solidFill>
              </a:rPr>
              <a:t>Facteurs Explicatifs</a:t>
            </a:r>
          </a:p>
          <a:p>
            <a:pPr marL="0" indent="0">
              <a:buNone/>
            </a:pPr>
            <a:r>
              <a:rPr lang="fr-CA" sz="1400" dirty="0"/>
              <a:t>Facteur Dominant : Le comportement de paiement (retards PAY_X) </a:t>
            </a:r>
            <a:r>
              <a:rPr lang="fr-CA" sz="1400" dirty="0" err="1"/>
              <a:t>structurel'ensemble</a:t>
            </a:r>
            <a:r>
              <a:rPr lang="fr-CA" sz="1400" dirty="0"/>
              <a:t> des données.</a:t>
            </a:r>
          </a:p>
          <a:p>
            <a:pPr marL="0" indent="0">
              <a:buNone/>
            </a:pPr>
            <a:r>
              <a:rPr lang="fr-CA" sz="1400" dirty="0"/>
              <a:t>Influence Secondaire : Les variables sociodémographiques (sexe, </a:t>
            </a:r>
            <a:r>
              <a:rPr lang="fr-CA" sz="1400" dirty="0" err="1"/>
              <a:t>éducation,mariage</a:t>
            </a:r>
            <a:r>
              <a:rPr lang="fr-CA" sz="1400" dirty="0"/>
              <a:t>) ont une influence faible mais non nulle.</a:t>
            </a:r>
          </a:p>
          <a:p>
            <a:pPr marL="0" indent="0">
              <a:buNone/>
            </a:pPr>
            <a:r>
              <a:rPr lang="en-US" sz="1400" b="1" kern="0" spc="1" dirty="0" err="1">
                <a:solidFill>
                  <a:srgbClr val="D93025"/>
                </a:solidFill>
                <a:latin typeface="Calibri" panose="020F0502020204030204"/>
              </a:rPr>
              <a:t>Profils</a:t>
            </a:r>
            <a:r>
              <a:rPr lang="en-US" sz="1400" b="1" kern="0" spc="1" dirty="0">
                <a:solidFill>
                  <a:srgbClr val="D93025"/>
                </a:solidFill>
                <a:latin typeface="Calibri" panose="020F0502020204030204"/>
              </a:rPr>
              <a:t> de Risque </a:t>
            </a:r>
            <a:r>
              <a:rPr lang="en-US" sz="1400" b="1" kern="0" spc="1" dirty="0" err="1">
                <a:solidFill>
                  <a:srgbClr val="D93025"/>
                </a:solidFill>
                <a:latin typeface="Calibri" panose="020F0502020204030204"/>
              </a:rPr>
              <a:t>Identifiés</a:t>
            </a:r>
            <a:endParaRPr lang="fr-CA" sz="1400" dirty="0"/>
          </a:p>
          <a:p>
            <a:pPr>
              <a:lnSpc>
                <a:spcPct val="100000"/>
              </a:lnSpc>
            </a:pPr>
            <a:r>
              <a:rPr lang="fr-CA" sz="1400" dirty="0"/>
              <a:t>Bons Payeurs ::0 ou 1 mois de retard</a:t>
            </a:r>
          </a:p>
          <a:p>
            <a:pPr>
              <a:lnSpc>
                <a:spcPct val="100000"/>
              </a:lnSpc>
            </a:pPr>
            <a:r>
              <a:rPr lang="fr-CA" sz="1400" dirty="0"/>
              <a:t>Payeurs Instables : 2-3 mois de retard</a:t>
            </a:r>
          </a:p>
          <a:p>
            <a:pPr>
              <a:lnSpc>
                <a:spcPct val="100000"/>
              </a:lnSpc>
            </a:pPr>
            <a:r>
              <a:rPr lang="fr-CA" sz="1400" dirty="0"/>
              <a:t>Haut Risque: ≥ 4 mois de retard</a:t>
            </a:r>
          </a:p>
          <a:p>
            <a:pPr>
              <a:lnSpc>
                <a:spcPct val="100000"/>
              </a:lnSpc>
            </a:pPr>
            <a:r>
              <a:rPr lang="fr-CA" sz="1400" dirty="0"/>
              <a:t>Situation Critique : ≥ 7-8 mois de retard</a:t>
            </a:r>
          </a:p>
        </p:txBody>
      </p:sp>
      <p:pic>
        <p:nvPicPr>
          <p:cNvPr id="6" name="Image 5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BD3ECE65-C911-96D9-C034-27FDE842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478" y="1754266"/>
            <a:ext cx="3866535" cy="335331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AD9A4EC-9BE1-E5F4-D2DD-157FE8083D0C}"/>
              </a:ext>
            </a:extLst>
          </p:cNvPr>
          <p:cNvSpPr txBox="1"/>
          <p:nvPr/>
        </p:nvSpPr>
        <p:spPr>
          <a:xfrm>
            <a:off x="4926068" y="5107576"/>
            <a:ext cx="6695768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L'ACM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confirme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défaut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est avant tout un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phénomène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comportemental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Les variables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démographiques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complémentaires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n'expliquent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marginalement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variabilité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892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2000" y="571500"/>
            <a:ext cx="10668000" cy="7548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4" name="Shape 1"/>
          <p:cNvSpPr/>
          <p:nvPr/>
        </p:nvSpPr>
        <p:spPr>
          <a:xfrm>
            <a:off x="762000" y="1288257"/>
            <a:ext cx="10668000" cy="381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5" name="Text 2"/>
          <p:cNvSpPr/>
          <p:nvPr/>
        </p:nvSpPr>
        <p:spPr>
          <a:xfrm>
            <a:off x="762000" y="571501"/>
            <a:ext cx="4704942" cy="523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kern="0" spc="-1" dirty="0">
                <a:solidFill>
                  <a:srgbClr val="1A1A1A"/>
                </a:solidFill>
              </a:rPr>
              <a:t>Segmentation par K-Means</a:t>
            </a:r>
            <a:endParaRPr lang="en-US" sz="3248" dirty="0"/>
          </a:p>
        </p:txBody>
      </p:sp>
      <p:sp>
        <p:nvSpPr>
          <p:cNvPr id="6" name="Text 3"/>
          <p:cNvSpPr/>
          <p:nvPr/>
        </p:nvSpPr>
        <p:spPr>
          <a:xfrm>
            <a:off x="11168472" y="881063"/>
            <a:ext cx="208390" cy="255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D93025"/>
                </a:solidFill>
              </a:rPr>
              <a:t>12</a:t>
            </a:r>
            <a:endParaRPr lang="en-US" sz="1591" dirty="0"/>
          </a:p>
        </p:txBody>
      </p:sp>
      <p:sp>
        <p:nvSpPr>
          <p:cNvPr id="7" name="Text 4"/>
          <p:cNvSpPr/>
          <p:nvPr/>
        </p:nvSpPr>
        <p:spPr>
          <a:xfrm>
            <a:off x="762000" y="1478756"/>
            <a:ext cx="6483442" cy="259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692" dirty="0">
                <a:solidFill>
                  <a:srgbClr val="666666"/>
                </a:solidFill>
              </a:rPr>
              <a:t>Identification de 3 profils distincts pour une gestion différenciée du risque</a:t>
            </a:r>
            <a:endParaRPr lang="en-US" sz="1692" dirty="0"/>
          </a:p>
        </p:txBody>
      </p:sp>
      <p:sp>
        <p:nvSpPr>
          <p:cNvPr id="8" name="Shape 5"/>
          <p:cNvSpPr/>
          <p:nvPr/>
        </p:nvSpPr>
        <p:spPr>
          <a:xfrm>
            <a:off x="762000" y="1981201"/>
            <a:ext cx="3429000" cy="3162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9" name="Shape 6"/>
          <p:cNvSpPr/>
          <p:nvPr/>
        </p:nvSpPr>
        <p:spPr>
          <a:xfrm>
            <a:off x="762000" y="1981201"/>
            <a:ext cx="3429000" cy="5715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10" name="Text 7"/>
          <p:cNvSpPr/>
          <p:nvPr/>
        </p:nvSpPr>
        <p:spPr>
          <a:xfrm>
            <a:off x="933452" y="2152651"/>
            <a:ext cx="675313" cy="241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A1A1A"/>
                </a:solidFill>
              </a:rPr>
              <a:t>Cluster 0</a:t>
            </a:r>
            <a:endParaRPr lang="en-US" sz="1453" dirty="0"/>
          </a:p>
        </p:txBody>
      </p:sp>
      <p:sp>
        <p:nvSpPr>
          <p:cNvPr id="11" name="Text 8"/>
          <p:cNvSpPr/>
          <p:nvPr/>
        </p:nvSpPr>
        <p:spPr>
          <a:xfrm>
            <a:off x="933451" y="2476501"/>
            <a:ext cx="1151790" cy="179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045" b="1" kern="0" spc="1" dirty="0">
                <a:solidFill>
                  <a:srgbClr val="666666"/>
                </a:solidFill>
              </a:rPr>
              <a:t>Faiblement Endettés</a:t>
            </a:r>
            <a:endParaRPr lang="en-US" sz="1045" dirty="0"/>
          </a:p>
        </p:txBody>
      </p:sp>
      <p:sp>
        <p:nvSpPr>
          <p:cNvPr id="12" name="Text 9"/>
          <p:cNvSpPr/>
          <p:nvPr/>
        </p:nvSpPr>
        <p:spPr>
          <a:xfrm>
            <a:off x="933451" y="2797970"/>
            <a:ext cx="67326" cy="1892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dirty="0">
                <a:solidFill>
                  <a:srgbClr val="1A1A1A"/>
                </a:solidFill>
              </a:rPr>
              <a:t>•</a:t>
            </a:r>
            <a:endParaRPr lang="en-US" sz="1045" dirty="0"/>
          </a:p>
        </p:txBody>
      </p:sp>
      <p:sp>
        <p:nvSpPr>
          <p:cNvPr id="13" name="Text 10"/>
          <p:cNvSpPr/>
          <p:nvPr/>
        </p:nvSpPr>
        <p:spPr>
          <a:xfrm>
            <a:off x="1076326" y="2793208"/>
            <a:ext cx="1484381" cy="191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12" dirty="0">
                <a:solidFill>
                  <a:srgbClr val="333333"/>
                </a:solidFill>
              </a:rPr>
              <a:t>Montants facturés faibles</a:t>
            </a:r>
            <a:endParaRPr lang="en-US" sz="1112" dirty="0"/>
          </a:p>
        </p:txBody>
      </p:sp>
      <p:sp>
        <p:nvSpPr>
          <p:cNvPr id="14" name="Text 11"/>
          <p:cNvSpPr/>
          <p:nvPr/>
        </p:nvSpPr>
        <p:spPr>
          <a:xfrm>
            <a:off x="933451" y="3053210"/>
            <a:ext cx="67326" cy="1892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dirty="0">
                <a:solidFill>
                  <a:srgbClr val="1A1A1A"/>
                </a:solidFill>
              </a:rPr>
              <a:t>•</a:t>
            </a:r>
            <a:endParaRPr lang="en-US" sz="1045" dirty="0"/>
          </a:p>
        </p:txBody>
      </p:sp>
      <p:sp>
        <p:nvSpPr>
          <p:cNvPr id="15" name="Text 12"/>
          <p:cNvSpPr/>
          <p:nvPr/>
        </p:nvSpPr>
        <p:spPr>
          <a:xfrm>
            <a:off x="1076325" y="3048448"/>
            <a:ext cx="1144544" cy="191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12" dirty="0">
                <a:solidFill>
                  <a:srgbClr val="333333"/>
                </a:solidFill>
              </a:rPr>
              <a:t>Paiements réguliers</a:t>
            </a:r>
            <a:endParaRPr lang="en-US" sz="1112" dirty="0"/>
          </a:p>
        </p:txBody>
      </p:sp>
      <p:sp>
        <p:nvSpPr>
          <p:cNvPr id="16" name="Text 13"/>
          <p:cNvSpPr/>
          <p:nvPr/>
        </p:nvSpPr>
        <p:spPr>
          <a:xfrm>
            <a:off x="933451" y="3308450"/>
            <a:ext cx="67326" cy="1892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dirty="0">
                <a:solidFill>
                  <a:srgbClr val="1A1A1A"/>
                </a:solidFill>
              </a:rPr>
              <a:t>•</a:t>
            </a:r>
            <a:endParaRPr lang="en-US" sz="1045" dirty="0"/>
          </a:p>
        </p:txBody>
      </p:sp>
      <p:sp>
        <p:nvSpPr>
          <p:cNvPr id="17" name="Text 14"/>
          <p:cNvSpPr/>
          <p:nvPr/>
        </p:nvSpPr>
        <p:spPr>
          <a:xfrm>
            <a:off x="1076325" y="3303688"/>
            <a:ext cx="1106072" cy="191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12" dirty="0">
                <a:solidFill>
                  <a:srgbClr val="333333"/>
                </a:solidFill>
              </a:rPr>
              <a:t>Maîtrise du budget</a:t>
            </a:r>
            <a:endParaRPr lang="en-US" sz="1112" dirty="0"/>
          </a:p>
        </p:txBody>
      </p:sp>
      <p:sp>
        <p:nvSpPr>
          <p:cNvPr id="18" name="Shape 15"/>
          <p:cNvSpPr/>
          <p:nvPr/>
        </p:nvSpPr>
        <p:spPr>
          <a:xfrm>
            <a:off x="933451" y="4110038"/>
            <a:ext cx="3086100" cy="8620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19" name="Text 16"/>
          <p:cNvSpPr/>
          <p:nvPr/>
        </p:nvSpPr>
        <p:spPr>
          <a:xfrm>
            <a:off x="1047751" y="4224337"/>
            <a:ext cx="601127" cy="146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11" b="1" dirty="0">
                <a:solidFill>
                  <a:srgbClr val="1A1A1A"/>
                </a:solidFill>
              </a:rPr>
              <a:t>Opportunité</a:t>
            </a:r>
            <a:endParaRPr lang="en-US" sz="911" dirty="0"/>
          </a:p>
        </p:txBody>
      </p:sp>
      <p:sp>
        <p:nvSpPr>
          <p:cNvPr id="20" name="Text 17"/>
          <p:cNvSpPr/>
          <p:nvPr/>
        </p:nvSpPr>
        <p:spPr>
          <a:xfrm>
            <a:off x="1047751" y="4443412"/>
            <a:ext cx="2857500" cy="181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000000"/>
                </a:solidFill>
              </a:rPr>
              <a:t>Ajustement potentiel de la limite de crédit</a:t>
            </a:r>
            <a:endParaRPr lang="en-US" sz="1112" dirty="0"/>
          </a:p>
        </p:txBody>
      </p:sp>
      <p:sp>
        <p:nvSpPr>
          <p:cNvPr id="21" name="Shape 18"/>
          <p:cNvSpPr/>
          <p:nvPr/>
        </p:nvSpPr>
        <p:spPr>
          <a:xfrm>
            <a:off x="4381500" y="1981201"/>
            <a:ext cx="3429000" cy="3162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22" name="Shape 19"/>
          <p:cNvSpPr/>
          <p:nvPr/>
        </p:nvSpPr>
        <p:spPr>
          <a:xfrm>
            <a:off x="4381500" y="1981201"/>
            <a:ext cx="3429000" cy="5715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23" name="Text 20"/>
          <p:cNvSpPr/>
          <p:nvPr/>
        </p:nvSpPr>
        <p:spPr>
          <a:xfrm>
            <a:off x="4552952" y="2152651"/>
            <a:ext cx="675313" cy="241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A1A1A"/>
                </a:solidFill>
              </a:rPr>
              <a:t>Cluster 1</a:t>
            </a:r>
            <a:endParaRPr lang="en-US" sz="1453" dirty="0"/>
          </a:p>
        </p:txBody>
      </p:sp>
      <p:sp>
        <p:nvSpPr>
          <p:cNvPr id="24" name="Text 21"/>
          <p:cNvSpPr/>
          <p:nvPr/>
        </p:nvSpPr>
        <p:spPr>
          <a:xfrm>
            <a:off x="4552951" y="2476501"/>
            <a:ext cx="872483" cy="179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045" b="1" kern="0" spc="1" dirty="0">
                <a:solidFill>
                  <a:srgbClr val="666666"/>
                </a:solidFill>
              </a:rPr>
              <a:t>Actifs &amp; Stables</a:t>
            </a:r>
            <a:endParaRPr lang="en-US" sz="1045" dirty="0"/>
          </a:p>
        </p:txBody>
      </p:sp>
      <p:sp>
        <p:nvSpPr>
          <p:cNvPr id="25" name="Text 22"/>
          <p:cNvSpPr/>
          <p:nvPr/>
        </p:nvSpPr>
        <p:spPr>
          <a:xfrm>
            <a:off x="4552951" y="2797970"/>
            <a:ext cx="67326" cy="1892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dirty="0">
                <a:solidFill>
                  <a:srgbClr val="1A1A1A"/>
                </a:solidFill>
              </a:rPr>
              <a:t>•</a:t>
            </a:r>
            <a:endParaRPr lang="en-US" sz="1045" dirty="0"/>
          </a:p>
        </p:txBody>
      </p:sp>
      <p:sp>
        <p:nvSpPr>
          <p:cNvPr id="26" name="Text 23"/>
          <p:cNvSpPr/>
          <p:nvPr/>
        </p:nvSpPr>
        <p:spPr>
          <a:xfrm>
            <a:off x="4695826" y="2793208"/>
            <a:ext cx="1147750" cy="191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12" dirty="0">
                <a:solidFill>
                  <a:srgbClr val="333333"/>
                </a:solidFill>
              </a:rPr>
              <a:t>Utilisation intensive</a:t>
            </a:r>
            <a:endParaRPr lang="en-US" sz="1112" dirty="0"/>
          </a:p>
        </p:txBody>
      </p:sp>
      <p:sp>
        <p:nvSpPr>
          <p:cNvPr id="27" name="Text 24"/>
          <p:cNvSpPr/>
          <p:nvPr/>
        </p:nvSpPr>
        <p:spPr>
          <a:xfrm>
            <a:off x="4552951" y="3053210"/>
            <a:ext cx="67326" cy="1892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dirty="0">
                <a:solidFill>
                  <a:srgbClr val="1A1A1A"/>
                </a:solidFill>
              </a:rPr>
              <a:t>•</a:t>
            </a:r>
            <a:endParaRPr lang="en-US" sz="1045" dirty="0"/>
          </a:p>
        </p:txBody>
      </p:sp>
      <p:sp>
        <p:nvSpPr>
          <p:cNvPr id="28" name="Text 25"/>
          <p:cNvSpPr/>
          <p:nvPr/>
        </p:nvSpPr>
        <p:spPr>
          <a:xfrm>
            <a:off x="4695825" y="3048448"/>
            <a:ext cx="1274388" cy="191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12" dirty="0">
                <a:solidFill>
                  <a:srgbClr val="333333"/>
                </a:solidFill>
              </a:rPr>
              <a:t>Comportement stable</a:t>
            </a:r>
            <a:endParaRPr lang="en-US" sz="1112" dirty="0"/>
          </a:p>
        </p:txBody>
      </p:sp>
      <p:sp>
        <p:nvSpPr>
          <p:cNvPr id="29" name="Text 26"/>
          <p:cNvSpPr/>
          <p:nvPr/>
        </p:nvSpPr>
        <p:spPr>
          <a:xfrm>
            <a:off x="4552951" y="3308450"/>
            <a:ext cx="67326" cy="1892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dirty="0">
                <a:solidFill>
                  <a:srgbClr val="1A1A1A"/>
                </a:solidFill>
              </a:rPr>
              <a:t>•</a:t>
            </a:r>
            <a:endParaRPr lang="en-US" sz="1045" dirty="0"/>
          </a:p>
        </p:txBody>
      </p:sp>
      <p:sp>
        <p:nvSpPr>
          <p:cNvPr id="30" name="Text 27"/>
          <p:cNvSpPr/>
          <p:nvPr/>
        </p:nvSpPr>
        <p:spPr>
          <a:xfrm>
            <a:off x="4695825" y="3303688"/>
            <a:ext cx="1211870" cy="191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12" dirty="0">
                <a:solidFill>
                  <a:srgbClr val="333333"/>
                </a:solidFill>
              </a:rPr>
              <a:t>Cœur du portefeuille</a:t>
            </a:r>
            <a:endParaRPr lang="en-US" sz="1112" dirty="0"/>
          </a:p>
        </p:txBody>
      </p:sp>
      <p:sp>
        <p:nvSpPr>
          <p:cNvPr id="31" name="Shape 28"/>
          <p:cNvSpPr/>
          <p:nvPr/>
        </p:nvSpPr>
        <p:spPr>
          <a:xfrm>
            <a:off x="4552951" y="4317207"/>
            <a:ext cx="3086100" cy="65484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32" name="Text 29"/>
          <p:cNvSpPr/>
          <p:nvPr/>
        </p:nvSpPr>
        <p:spPr>
          <a:xfrm>
            <a:off x="4667251" y="4431507"/>
            <a:ext cx="373500" cy="146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11" b="1" dirty="0">
                <a:solidFill>
                  <a:srgbClr val="1A1A1A"/>
                </a:solidFill>
              </a:rPr>
              <a:t>Gestion</a:t>
            </a:r>
            <a:endParaRPr lang="en-US" sz="911" dirty="0"/>
          </a:p>
        </p:txBody>
      </p:sp>
      <p:sp>
        <p:nvSpPr>
          <p:cNvPr id="33" name="Text 30"/>
          <p:cNvSpPr/>
          <p:nvPr/>
        </p:nvSpPr>
        <p:spPr>
          <a:xfrm>
            <a:off x="4667251" y="4650582"/>
            <a:ext cx="1348126" cy="181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000000"/>
                </a:solidFill>
              </a:rPr>
              <a:t>Maintien et fidélisation</a:t>
            </a:r>
            <a:endParaRPr lang="en-US" sz="1112" dirty="0"/>
          </a:p>
        </p:txBody>
      </p:sp>
      <p:sp>
        <p:nvSpPr>
          <p:cNvPr id="34" name="Shape 31"/>
          <p:cNvSpPr/>
          <p:nvPr/>
        </p:nvSpPr>
        <p:spPr>
          <a:xfrm>
            <a:off x="8001000" y="1981201"/>
            <a:ext cx="3429000" cy="3162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35" name="Shape 32"/>
          <p:cNvSpPr/>
          <p:nvPr/>
        </p:nvSpPr>
        <p:spPr>
          <a:xfrm>
            <a:off x="8001000" y="1981201"/>
            <a:ext cx="3429000" cy="57151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36" name="Text 33"/>
          <p:cNvSpPr/>
          <p:nvPr/>
        </p:nvSpPr>
        <p:spPr>
          <a:xfrm>
            <a:off x="8172452" y="2152651"/>
            <a:ext cx="675313" cy="241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A1A1A"/>
                </a:solidFill>
              </a:rPr>
              <a:t>Cluster 2</a:t>
            </a:r>
            <a:endParaRPr lang="en-US" sz="1453" dirty="0"/>
          </a:p>
        </p:txBody>
      </p:sp>
      <p:sp>
        <p:nvSpPr>
          <p:cNvPr id="37" name="Text 34"/>
          <p:cNvSpPr/>
          <p:nvPr/>
        </p:nvSpPr>
        <p:spPr>
          <a:xfrm>
            <a:off x="8172451" y="2476501"/>
            <a:ext cx="674672" cy="179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045" b="1" kern="0" spc="1" dirty="0">
                <a:solidFill>
                  <a:srgbClr val="D93025"/>
                </a:solidFill>
              </a:rPr>
              <a:t>Haut Risque</a:t>
            </a:r>
            <a:endParaRPr lang="en-US" sz="1045" dirty="0"/>
          </a:p>
        </p:txBody>
      </p:sp>
      <p:sp>
        <p:nvSpPr>
          <p:cNvPr id="38" name="Text 35"/>
          <p:cNvSpPr/>
          <p:nvPr/>
        </p:nvSpPr>
        <p:spPr>
          <a:xfrm>
            <a:off x="8172451" y="2797970"/>
            <a:ext cx="67326" cy="1892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dirty="0">
                <a:solidFill>
                  <a:srgbClr val="1A1A1A"/>
                </a:solidFill>
              </a:rPr>
              <a:t>•</a:t>
            </a:r>
            <a:endParaRPr lang="en-US" sz="1045" dirty="0"/>
          </a:p>
        </p:txBody>
      </p:sp>
      <p:sp>
        <p:nvSpPr>
          <p:cNvPr id="39" name="Text 36"/>
          <p:cNvSpPr/>
          <p:nvPr/>
        </p:nvSpPr>
        <p:spPr>
          <a:xfrm>
            <a:off x="8315326" y="2793208"/>
            <a:ext cx="965008" cy="191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12" dirty="0">
                <a:solidFill>
                  <a:srgbClr val="333333"/>
                </a:solidFill>
              </a:rPr>
              <a:t>Montants élevés</a:t>
            </a:r>
            <a:endParaRPr lang="en-US" sz="1112" dirty="0"/>
          </a:p>
        </p:txBody>
      </p:sp>
      <p:sp>
        <p:nvSpPr>
          <p:cNvPr id="40" name="Text 37"/>
          <p:cNvSpPr/>
          <p:nvPr/>
        </p:nvSpPr>
        <p:spPr>
          <a:xfrm>
            <a:off x="8172451" y="3053210"/>
            <a:ext cx="67326" cy="1892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dirty="0">
                <a:solidFill>
                  <a:srgbClr val="1A1A1A"/>
                </a:solidFill>
              </a:rPr>
              <a:t>•</a:t>
            </a:r>
            <a:endParaRPr lang="en-US" sz="1045" dirty="0"/>
          </a:p>
        </p:txBody>
      </p:sp>
      <p:sp>
        <p:nvSpPr>
          <p:cNvPr id="41" name="Text 38"/>
          <p:cNvSpPr/>
          <p:nvPr/>
        </p:nvSpPr>
        <p:spPr>
          <a:xfrm>
            <a:off x="8315326" y="3048448"/>
            <a:ext cx="1827423" cy="191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12" dirty="0">
                <a:solidFill>
                  <a:srgbClr val="333333"/>
                </a:solidFill>
              </a:rPr>
              <a:t>Historique de retards fréquents</a:t>
            </a:r>
            <a:endParaRPr lang="en-US" sz="1112" dirty="0"/>
          </a:p>
        </p:txBody>
      </p:sp>
      <p:sp>
        <p:nvSpPr>
          <p:cNvPr id="42" name="Text 39"/>
          <p:cNvSpPr/>
          <p:nvPr/>
        </p:nvSpPr>
        <p:spPr>
          <a:xfrm>
            <a:off x="8172451" y="3308450"/>
            <a:ext cx="67326" cy="1892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dirty="0">
                <a:solidFill>
                  <a:srgbClr val="1A1A1A"/>
                </a:solidFill>
              </a:rPr>
              <a:t>•</a:t>
            </a:r>
            <a:endParaRPr lang="en-US" sz="1045" dirty="0"/>
          </a:p>
        </p:txBody>
      </p:sp>
      <p:sp>
        <p:nvSpPr>
          <p:cNvPr id="43" name="Text 40"/>
          <p:cNvSpPr/>
          <p:nvPr/>
        </p:nvSpPr>
        <p:spPr>
          <a:xfrm>
            <a:off x="8315325" y="3303688"/>
            <a:ext cx="1317668" cy="191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12" dirty="0">
                <a:solidFill>
                  <a:srgbClr val="333333"/>
                </a:solidFill>
              </a:rPr>
              <a:t>Risque de défaut élevé</a:t>
            </a:r>
            <a:endParaRPr lang="en-US" sz="1112" dirty="0"/>
          </a:p>
        </p:txBody>
      </p:sp>
      <p:sp>
        <p:nvSpPr>
          <p:cNvPr id="44" name="Shape 41"/>
          <p:cNvSpPr/>
          <p:nvPr/>
        </p:nvSpPr>
        <p:spPr>
          <a:xfrm>
            <a:off x="8172451" y="4317207"/>
            <a:ext cx="3086100" cy="65484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CA" sz="2400"/>
          </a:p>
        </p:txBody>
      </p:sp>
      <p:sp>
        <p:nvSpPr>
          <p:cNvPr id="45" name="Text 42"/>
          <p:cNvSpPr/>
          <p:nvPr/>
        </p:nvSpPr>
        <p:spPr>
          <a:xfrm>
            <a:off x="8286752" y="4431507"/>
            <a:ext cx="365485" cy="146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11" b="1" dirty="0">
                <a:solidFill>
                  <a:srgbClr val="D93025"/>
                </a:solidFill>
              </a:rPr>
              <a:t>Priorité</a:t>
            </a:r>
            <a:endParaRPr lang="en-US" sz="911" dirty="0"/>
          </a:p>
        </p:txBody>
      </p:sp>
      <p:sp>
        <p:nvSpPr>
          <p:cNvPr id="46" name="Text 43"/>
          <p:cNvSpPr/>
          <p:nvPr/>
        </p:nvSpPr>
        <p:spPr>
          <a:xfrm>
            <a:off x="8286751" y="4650582"/>
            <a:ext cx="1615827" cy="181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000000"/>
                </a:solidFill>
              </a:rPr>
              <a:t>Suivi renforcé et prévention</a:t>
            </a:r>
            <a:endParaRPr lang="en-US" sz="1112" dirty="0"/>
          </a:p>
        </p:txBody>
      </p:sp>
      <p:sp>
        <p:nvSpPr>
          <p:cNvPr id="49" name="Text 45"/>
          <p:cNvSpPr/>
          <p:nvPr/>
        </p:nvSpPr>
        <p:spPr>
          <a:xfrm>
            <a:off x="3143251" y="5760729"/>
            <a:ext cx="8286751" cy="468911"/>
          </a:xfrm>
          <a:prstGeom prst="rect">
            <a:avLst/>
          </a:prstGeom>
          <a:noFill/>
          <a:ln/>
        </p:spPr>
        <p:txBody>
          <a:bodyPr wrap="square" lIns="226737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80" b="1" dirty="0">
                <a:solidFill>
                  <a:srgbClr val="333333"/>
                </a:solidFill>
              </a:rPr>
              <a:t>Impact Stratégique :</a:t>
            </a:r>
            <a:r>
              <a:rPr lang="en-US" sz="1256" dirty="0">
                <a:solidFill>
                  <a:srgbClr val="333333"/>
                </a:solidFill>
              </a:rPr>
              <a:t> Cette segmentation permet d'optimiser la politique de crédit en ciblant les actions : prévention proactive pour le Cluster 2 et développement commercial pour le Cluster 0.</a:t>
            </a:r>
            <a:endParaRPr lang="en-US" sz="1180" dirty="0"/>
          </a:p>
        </p:txBody>
      </p:sp>
      <p:pic>
        <p:nvPicPr>
          <p:cNvPr id="53" name="Image 52" descr="Une image contenant capture d’écran, texte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59A973E6-CA9E-7DDD-DC39-5BCCCED33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55" y="4926552"/>
            <a:ext cx="2933722" cy="21745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/>
              <a:t> Le </a:t>
            </a:r>
            <a:r>
              <a:rPr sz="1800" dirty="0" err="1"/>
              <a:t>risque</a:t>
            </a:r>
            <a:r>
              <a:rPr sz="1800" dirty="0"/>
              <a:t> de </a:t>
            </a:r>
            <a:r>
              <a:rPr sz="1800" dirty="0" err="1"/>
              <a:t>défaut</a:t>
            </a:r>
            <a:r>
              <a:rPr sz="1800" dirty="0"/>
              <a:t> est </a:t>
            </a:r>
            <a:r>
              <a:rPr sz="1800" dirty="0" err="1"/>
              <a:t>principalement</a:t>
            </a:r>
            <a:r>
              <a:rPr sz="1800" dirty="0"/>
              <a:t> </a:t>
            </a:r>
            <a:r>
              <a:rPr sz="1800" dirty="0" err="1"/>
              <a:t>expliqué</a:t>
            </a:r>
            <a:r>
              <a:rPr sz="1800" dirty="0"/>
              <a:t> par les </a:t>
            </a:r>
            <a:r>
              <a:rPr sz="1800" dirty="0" err="1"/>
              <a:t>comportements</a:t>
            </a:r>
            <a:r>
              <a:rPr sz="1800" dirty="0"/>
              <a:t> de </a:t>
            </a:r>
            <a:r>
              <a:rPr sz="1800" dirty="0" err="1"/>
              <a:t>paiement</a:t>
            </a:r>
            <a:r>
              <a:rPr sz="1800" dirty="0"/>
              <a:t> (PAY_0 à PAY_6).</a:t>
            </a:r>
          </a:p>
          <a:p>
            <a:r>
              <a:rPr sz="1800" dirty="0"/>
              <a:t>Les </a:t>
            </a:r>
            <a:r>
              <a:rPr sz="1800" dirty="0" err="1"/>
              <a:t>caractéristiques</a:t>
            </a:r>
            <a:r>
              <a:rPr sz="1800" dirty="0"/>
              <a:t> </a:t>
            </a:r>
            <a:r>
              <a:rPr sz="1800" dirty="0" err="1"/>
              <a:t>démographiques</a:t>
            </a:r>
            <a:r>
              <a:rPr sz="1800" dirty="0"/>
              <a:t> </a:t>
            </a:r>
            <a:r>
              <a:rPr sz="1800" dirty="0" err="1"/>
              <a:t>ont</a:t>
            </a:r>
            <a:r>
              <a:rPr sz="1800" dirty="0"/>
              <a:t> </a:t>
            </a:r>
            <a:r>
              <a:rPr sz="1800" dirty="0" err="1"/>
              <a:t>une</a:t>
            </a:r>
            <a:r>
              <a:rPr sz="1800" dirty="0"/>
              <a:t> influence marginale sur le </a:t>
            </a:r>
            <a:r>
              <a:rPr sz="1800" dirty="0" err="1"/>
              <a:t>défaut</a:t>
            </a:r>
            <a:r>
              <a:rPr sz="1800" dirty="0"/>
              <a:t>.</a:t>
            </a:r>
          </a:p>
          <a:p>
            <a:r>
              <a:rPr sz="1800" dirty="0"/>
              <a:t>Les </a:t>
            </a:r>
            <a:r>
              <a:rPr sz="1800" dirty="0" err="1"/>
              <a:t>montants</a:t>
            </a:r>
            <a:r>
              <a:rPr sz="1800" dirty="0"/>
              <a:t> </a:t>
            </a:r>
            <a:r>
              <a:rPr sz="1800" dirty="0" err="1"/>
              <a:t>facturés</a:t>
            </a:r>
            <a:r>
              <a:rPr sz="1800" dirty="0"/>
              <a:t> et </a:t>
            </a:r>
            <a:r>
              <a:rPr sz="1800" dirty="0" err="1"/>
              <a:t>payés</a:t>
            </a:r>
            <a:r>
              <a:rPr sz="1800" dirty="0"/>
              <a:t> </a:t>
            </a:r>
            <a:r>
              <a:rPr sz="1800" dirty="0" err="1"/>
              <a:t>présentent</a:t>
            </a:r>
            <a:r>
              <a:rPr sz="1800" dirty="0"/>
              <a:t> de fortes </a:t>
            </a:r>
            <a:r>
              <a:rPr sz="1800" dirty="0" err="1"/>
              <a:t>corrélations</a:t>
            </a:r>
            <a:r>
              <a:rPr sz="1800" dirty="0"/>
              <a:t> internes </a:t>
            </a:r>
            <a:r>
              <a:rPr sz="1800" dirty="0" err="1"/>
              <a:t>mais</a:t>
            </a:r>
            <a:r>
              <a:rPr sz="1800" dirty="0"/>
              <a:t> </a:t>
            </a:r>
            <a:r>
              <a:rPr sz="1800" dirty="0" err="1"/>
              <a:t>expliquent</a:t>
            </a:r>
            <a:r>
              <a:rPr sz="1800" dirty="0"/>
              <a:t> peu le </a:t>
            </a:r>
            <a:r>
              <a:rPr sz="1800" dirty="0" err="1"/>
              <a:t>risque</a:t>
            </a:r>
            <a:r>
              <a:rPr sz="1800" dirty="0"/>
              <a:t>.</a:t>
            </a:r>
          </a:p>
          <a:p>
            <a:r>
              <a:rPr sz="1800" dirty="0"/>
              <a:t>L’ACP montre </a:t>
            </a:r>
            <a:r>
              <a:rPr sz="1800" dirty="0" err="1"/>
              <a:t>que</a:t>
            </a:r>
            <a:r>
              <a:rPr sz="1800" dirty="0"/>
              <a:t> 10 </a:t>
            </a:r>
            <a:r>
              <a:rPr sz="1800" dirty="0" err="1"/>
              <a:t>composantes</a:t>
            </a:r>
            <a:r>
              <a:rPr sz="1800" dirty="0"/>
              <a:t> </a:t>
            </a:r>
            <a:r>
              <a:rPr sz="1800" dirty="0" err="1"/>
              <a:t>expliquent</a:t>
            </a:r>
            <a:r>
              <a:rPr sz="1800" dirty="0"/>
              <a:t> 95 % de la variance, </a:t>
            </a:r>
            <a:r>
              <a:rPr sz="1800" dirty="0" err="1"/>
              <a:t>dominées</a:t>
            </a:r>
            <a:r>
              <a:rPr sz="1800" dirty="0"/>
              <a:t> par </a:t>
            </a:r>
            <a:r>
              <a:rPr sz="1800" dirty="0" err="1"/>
              <a:t>l’historique</a:t>
            </a:r>
            <a:r>
              <a:rPr sz="1800" dirty="0"/>
              <a:t> de </a:t>
            </a:r>
            <a:r>
              <a:rPr sz="1800" dirty="0" err="1"/>
              <a:t>paiement</a:t>
            </a:r>
            <a:r>
              <a:rPr sz="1800" dirty="0"/>
              <a:t>.</a:t>
            </a:r>
          </a:p>
          <a:p>
            <a:r>
              <a:rPr sz="1800" dirty="0"/>
              <a:t>La segmentation K-Means </a:t>
            </a:r>
            <a:r>
              <a:rPr sz="1800" dirty="0" err="1"/>
              <a:t>identifie</a:t>
            </a:r>
            <a:r>
              <a:rPr sz="1800" dirty="0"/>
              <a:t> trois </a:t>
            </a:r>
            <a:r>
              <a:rPr sz="1800" dirty="0" err="1"/>
              <a:t>profils</a:t>
            </a:r>
            <a:r>
              <a:rPr sz="1800" dirty="0"/>
              <a:t> : </a:t>
            </a:r>
            <a:r>
              <a:rPr sz="1800" dirty="0" err="1"/>
              <a:t>faible</a:t>
            </a:r>
            <a:r>
              <a:rPr sz="1800" dirty="0"/>
              <a:t> </a:t>
            </a:r>
            <a:r>
              <a:rPr sz="1800" dirty="0" err="1"/>
              <a:t>risque</a:t>
            </a:r>
            <a:r>
              <a:rPr sz="1800" dirty="0"/>
              <a:t>, </a:t>
            </a:r>
            <a:r>
              <a:rPr sz="1800" dirty="0" err="1"/>
              <a:t>risque</a:t>
            </a:r>
            <a:r>
              <a:rPr sz="1800" dirty="0"/>
              <a:t> </a:t>
            </a:r>
            <a:r>
              <a:rPr sz="1800" dirty="0" err="1"/>
              <a:t>modéré</a:t>
            </a:r>
            <a:r>
              <a:rPr sz="1800" dirty="0"/>
              <a:t> et </a:t>
            </a:r>
            <a:r>
              <a:rPr sz="1800" dirty="0" err="1"/>
              <a:t>risque</a:t>
            </a:r>
            <a:r>
              <a:rPr sz="1800" dirty="0"/>
              <a:t> </a:t>
            </a:r>
            <a:r>
              <a:rPr sz="1800" dirty="0" err="1"/>
              <a:t>élevé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5915D-94FF-22A3-97B8-A58BCCD3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1676-7D1E-0F1E-6A74-11D11416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6C8A-D146-65C8-D6A3-6BFA8181C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 err="1"/>
              <a:t>Suivre</a:t>
            </a:r>
            <a:r>
              <a:rPr dirty="0"/>
              <a:t> de près les clients </a:t>
            </a:r>
            <a:r>
              <a:rPr dirty="0" err="1"/>
              <a:t>ayant</a:t>
            </a:r>
            <a:r>
              <a:rPr dirty="0"/>
              <a:t> ≥ 1 </a:t>
            </a:r>
            <a:r>
              <a:rPr dirty="0" err="1"/>
              <a:t>mois</a:t>
            </a:r>
            <a:r>
              <a:rPr dirty="0"/>
              <a:t> de retard.</a:t>
            </a:r>
          </a:p>
          <a:p>
            <a:r>
              <a:rPr dirty="0" err="1"/>
              <a:t>Développer</a:t>
            </a:r>
            <a:r>
              <a:rPr dirty="0"/>
              <a:t> des actions </a:t>
            </a:r>
            <a:r>
              <a:rPr dirty="0" err="1"/>
              <a:t>ciblées</a:t>
            </a:r>
            <a:r>
              <a:rPr dirty="0"/>
              <a:t> pour le cluster à haut </a:t>
            </a:r>
            <a:r>
              <a:rPr dirty="0" err="1"/>
              <a:t>risque</a:t>
            </a:r>
            <a:r>
              <a:rPr dirty="0"/>
              <a:t>.</a:t>
            </a:r>
          </a:p>
          <a:p>
            <a:r>
              <a:rPr dirty="0" err="1"/>
              <a:t>Optimiser</a:t>
            </a:r>
            <a:r>
              <a:rPr dirty="0"/>
              <a:t> les </a:t>
            </a:r>
            <a:r>
              <a:rPr dirty="0" err="1"/>
              <a:t>limites</a:t>
            </a:r>
            <a:r>
              <a:rPr dirty="0"/>
              <a:t> de </a:t>
            </a:r>
            <a:r>
              <a:rPr dirty="0" err="1"/>
              <a:t>crédit</a:t>
            </a:r>
            <a:r>
              <a:rPr dirty="0"/>
              <a:t> pour les clients </a:t>
            </a:r>
            <a:r>
              <a:rPr dirty="0" err="1"/>
              <a:t>solvables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L’historique</a:t>
            </a:r>
            <a:r>
              <a:rPr dirty="0"/>
              <a:t> de </a:t>
            </a:r>
            <a:r>
              <a:rPr dirty="0" err="1"/>
              <a:t>paiement</a:t>
            </a:r>
            <a:r>
              <a:rPr dirty="0"/>
              <a:t> </a:t>
            </a:r>
            <a:r>
              <a:rPr dirty="0" err="1"/>
              <a:t>constitue</a:t>
            </a:r>
            <a:r>
              <a:rPr dirty="0"/>
              <a:t> le levier le plus puissant pour </a:t>
            </a:r>
            <a:r>
              <a:rPr dirty="0" err="1"/>
              <a:t>anticiper</a:t>
            </a:r>
            <a:r>
              <a:rPr dirty="0"/>
              <a:t> le </a:t>
            </a:r>
            <a:r>
              <a:rPr dirty="0" err="1"/>
              <a:t>défaut</a:t>
            </a:r>
            <a:r>
              <a:rPr dirty="0"/>
              <a:t> et </a:t>
            </a:r>
            <a:r>
              <a:rPr dirty="0" err="1"/>
              <a:t>orienter</a:t>
            </a:r>
            <a:r>
              <a:rPr dirty="0"/>
              <a:t> les </a:t>
            </a:r>
            <a:r>
              <a:rPr dirty="0" err="1"/>
              <a:t>décisions</a:t>
            </a:r>
            <a:r>
              <a:rPr dirty="0"/>
              <a:t> de </a:t>
            </a:r>
            <a:r>
              <a:rPr dirty="0" err="1"/>
              <a:t>crédit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56298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Galerie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</TotalTime>
  <Words>1477</Words>
  <Application>Microsoft Office PowerPoint</Application>
  <PresentationFormat>Grand écran</PresentationFormat>
  <Paragraphs>179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Gill Sans MT</vt:lpstr>
      <vt:lpstr>Galerie</vt:lpstr>
      <vt:lpstr>Analyse du Risque de Crédit:  Prédiction du Défaut de Paiement</vt:lpstr>
      <vt:lpstr>Plan </vt:lpstr>
      <vt:lpstr>Contexte et Objectifs </vt:lpstr>
      <vt:lpstr>Structure des Données et Variables Analysées </vt:lpstr>
      <vt:lpstr>Préparation et Nettoyage des Données </vt:lpstr>
      <vt:lpstr>Analyse Univariée - Variables Quantitatives</vt:lpstr>
      <vt:lpstr>Analyse Univariée - Variables Qualitatives </vt:lpstr>
      <vt:lpstr>Analyse Bivariée - Impact des Variables Démographiques </vt:lpstr>
      <vt:lpstr>Analyse Bivariée - Impact des Variables Démographiques </vt:lpstr>
      <vt:lpstr>Tableau de contingence : Historique de Paiement Prédicteur Majeur </vt:lpstr>
      <vt:lpstr>Analyse en Composantes Principales (ACP)</vt:lpstr>
      <vt:lpstr>Analyse en Composantes Principales (ACP)</vt:lpstr>
      <vt:lpstr>Analyse Factorielle des Correspondances (AFC) </vt:lpstr>
      <vt:lpstr>Analyse Factorielle des Correspondances (AFC)</vt:lpstr>
      <vt:lpstr>Analyse Factorielle des Correspondances (AFC)</vt:lpstr>
      <vt:lpstr>Analyse des Correspondances Multiples (ACM)</vt:lpstr>
      <vt:lpstr>Présentation PowerPoint</vt:lpstr>
      <vt:lpstr>Conclusion Générale</vt:lpstr>
      <vt:lpstr>Recommandations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Angele Blandine Feussi Nguemkam</dc:creator>
  <cp:lastModifiedBy>Angele Blandine Feussi Nguemkam</cp:lastModifiedBy>
  <cp:revision>1</cp:revision>
  <dcterms:created xsi:type="dcterms:W3CDTF">2025-12-07T20:11:44Z</dcterms:created>
  <dcterms:modified xsi:type="dcterms:W3CDTF">2025-12-08T17:17:24Z</dcterms:modified>
</cp:coreProperties>
</file>